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3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D3CB-3E4F-A083-6ACE-ACEEB7CFA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23967-BE9B-B629-BB90-8E31490BF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6C72D-FF1B-3CBC-AA4E-D363F31E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1446F-B48B-196A-E656-BAA1A470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ADF56-12DA-7608-E372-0F7D3804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3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02C3-8E79-5B48-DD8E-B3508D4E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35555-1225-8CA4-3A36-BCB259DEA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63B12-63D4-0F75-EF6E-E402F5C4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26E72-75CA-D94D-AC4C-7224E41E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7276-215B-9CE7-E031-39687531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6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3AF6E-4B35-2615-3897-C70ACF651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1FBAD-9BD0-7C6A-F148-50B4FC06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B0D9C-0B33-E927-75B0-6193A24C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D3B00-64CE-2954-31AF-FA47735C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0C8C2-5B6C-7F46-16E9-F1C5B672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24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A9A5-79FA-5864-2A4E-3680F1BD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8A70F-C57B-52BA-3A92-8A3B75FD6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855D6-E04C-6DE9-DFF2-72696CE71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CEC41-A085-C0EF-0CFF-5F09CFE4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78CCF-8222-BD4D-3796-579C43995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F34E0-20FE-4EE9-AEE0-02D3334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5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0C0CF-C7CB-C90E-7D9E-C873A3B6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271D5-FA4E-129F-195F-8CD6128E1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C9CA5-B92D-D382-6A62-8ADA7E6E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32CCD-52BE-7A76-9CB0-5434F180E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0F52E-32A3-093B-7D7F-215596B90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7A907-5320-CEE2-2BA1-F1BBB964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D6C38C-D931-2FBA-A908-F19AB241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9ECEE-D1D3-68D9-14F0-7BFFB429F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47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0DD0A-88F6-D384-B673-78C72531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129FE1-23C6-0CC2-6321-62930D8A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77E9E-CD96-0354-7DF8-782F1873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33DDA-7D44-EF76-8C32-68CDD4D5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7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0176B-9A91-71B2-7E9D-876CBFAE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BC9E2-FD3C-2ED2-CFC9-115B929E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0EAD5-4F7E-788A-1C5A-AC8D3072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80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49D26-9067-C4B0-2976-A56FA256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CB53-7823-78A6-76FF-775BB3F1F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6C028-544D-E3AE-F5EF-FD8F9B671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A00B1-A701-F4EC-21F4-67801DD7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1DDBB-298E-73AA-0742-D9C4CE1EC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44BF4-0252-FDB0-702D-6EA5A090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9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A910-ADE8-59DD-866F-6DD133EE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26834C-D55C-5783-EC4E-1DED969B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7219B-0226-596D-2899-96F599B49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38349-8E42-5EA1-9D31-4FA5318B8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14DB1-88F0-4126-6044-A5C9CC9E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762C6-4189-D59B-2D2E-0E749635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69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CC27-8683-0A36-4882-B71B24BA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F3EE2-BAD6-720B-9415-A86AE988B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0F34-CD46-01D0-F129-5799BA70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D3CE3-4045-821C-01D4-FB3137D9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C7324-1DD8-9E26-B0B8-3DE72F93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4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B10AC-9BEF-48DD-1669-BED86C312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52F63-349A-D923-6453-1F25B7CD8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E79D0-98AD-3514-7E5A-F90277F0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3ABAD-FFD5-7D3E-5BDF-71EAD501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55388-AE6C-F943-1CA8-C9567B41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4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FBE4C-B705-A840-101A-62CAC934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5EED5-19BD-D055-5ED0-603C7DB05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22420-1B33-9DF7-B03F-63C055460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315A6-0461-4666-A674-257DF07F4D18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263A7-13A3-6ED9-9DBA-851A8C401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E8125-6B39-64AC-366C-643C6B675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CB005-19BE-474D-9B1E-431BBD8F8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01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5F5F3C2C-4CE1-CDAC-B4A4-8475FBDADF3E}"/>
              </a:ext>
            </a:extLst>
          </p:cNvPr>
          <p:cNvSpPr/>
          <p:nvPr/>
        </p:nvSpPr>
        <p:spPr>
          <a:xfrm>
            <a:off x="5181600" y="136724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8623AB-7864-D7D4-31F4-A04A752C0DBD}"/>
              </a:ext>
            </a:extLst>
          </p:cNvPr>
          <p:cNvCxnSpPr>
            <a:cxnSpLocks/>
            <a:stCxn id="4" idx="2"/>
            <a:endCxn id="8" idx="7"/>
          </p:cNvCxnSpPr>
          <p:nvPr/>
        </p:nvCxnSpPr>
        <p:spPr>
          <a:xfrm flipH="1">
            <a:off x="4969417" y="1595846"/>
            <a:ext cx="212183" cy="491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CD09377-8AA8-E6EA-333C-BF2AFC1C7BFB}"/>
              </a:ext>
            </a:extLst>
          </p:cNvPr>
          <p:cNvSpPr/>
          <p:nvPr/>
        </p:nvSpPr>
        <p:spPr>
          <a:xfrm>
            <a:off x="4579172" y="201997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3ED71A-880B-4E84-2AAC-D594DD049277}"/>
              </a:ext>
            </a:extLst>
          </p:cNvPr>
          <p:cNvSpPr txBox="1"/>
          <p:nvPr/>
        </p:nvSpPr>
        <p:spPr>
          <a:xfrm>
            <a:off x="4682487" y="1585355"/>
            <a:ext cx="441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L,_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1E3CF0B-1E19-CC43-EE47-FD7C9BAC3F7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559580" y="2019971"/>
            <a:ext cx="228600" cy="228600"/>
          </a:xfrm>
          <a:prstGeom prst="curvedConnector4">
            <a:avLst>
              <a:gd name="adj1" fmla="val -80259"/>
              <a:gd name="adj2" fmla="val 25116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B1353C0-B051-C77A-9F1C-12D3E2E7122C}"/>
              </a:ext>
            </a:extLst>
          </p:cNvPr>
          <p:cNvSpPr txBox="1"/>
          <p:nvPr/>
        </p:nvSpPr>
        <p:spPr>
          <a:xfrm>
            <a:off x="4170468" y="1854364"/>
            <a:ext cx="577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L,D,_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854AB08D-DB22-4EFD-5AC0-C37F8A6ED4B6}"/>
              </a:ext>
            </a:extLst>
          </p:cNvPr>
          <p:cNvSpPr/>
          <p:nvPr/>
        </p:nvSpPr>
        <p:spPr>
          <a:xfrm>
            <a:off x="3906836" y="295238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F5A646E-A2C3-3005-862D-8566F27EE2FC}"/>
              </a:ext>
            </a:extLst>
          </p:cNvPr>
          <p:cNvCxnSpPr>
            <a:stCxn id="8" idx="3"/>
            <a:endCxn id="24" idx="0"/>
          </p:cNvCxnSpPr>
          <p:nvPr/>
        </p:nvCxnSpPr>
        <p:spPr>
          <a:xfrm flipH="1">
            <a:off x="4135436" y="2410216"/>
            <a:ext cx="510691" cy="542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06B3E97-9BCC-8E94-585B-02551A1E4C03}"/>
              </a:ext>
            </a:extLst>
          </p:cNvPr>
          <p:cNvSpPr txBox="1"/>
          <p:nvPr/>
        </p:nvSpPr>
        <p:spPr>
          <a:xfrm>
            <a:off x="3177119" y="2486860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If (</a:t>
            </a:r>
            <a:r>
              <a:rPr lang="en-US" sz="1000" dirty="0" err="1"/>
              <a:t>Reserved_word</a:t>
            </a:r>
            <a:r>
              <a:rPr lang="en-US" sz="1000" dirty="0"/>
              <a:t>)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FBF23FCD-D261-F149-4413-4D83D9114072}"/>
              </a:ext>
            </a:extLst>
          </p:cNvPr>
          <p:cNvSpPr/>
          <p:nvPr/>
        </p:nvSpPr>
        <p:spPr>
          <a:xfrm>
            <a:off x="3969153" y="3021768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5DB99C-1D8A-D5CD-3145-51C54B3D8D89}"/>
              </a:ext>
            </a:extLst>
          </p:cNvPr>
          <p:cNvSpPr txBox="1"/>
          <p:nvPr/>
        </p:nvSpPr>
        <p:spPr>
          <a:xfrm>
            <a:off x="3002285" y="3354347"/>
            <a:ext cx="1449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Reserved_word</a:t>
            </a:r>
            <a:r>
              <a:rPr lang="en-US" sz="1000" dirty="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BBCA4D-F051-93F8-DE39-621E7B17BAD0}"/>
              </a:ext>
            </a:extLst>
          </p:cNvPr>
          <p:cNvSpPr txBox="1"/>
          <p:nvPr/>
        </p:nvSpPr>
        <p:spPr>
          <a:xfrm>
            <a:off x="4489151" y="2470196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4CF301-3F42-99EA-E797-4264351BAA4F}"/>
              </a:ext>
            </a:extLst>
          </p:cNvPr>
          <p:cNvSpPr txBox="1"/>
          <p:nvPr/>
        </p:nvSpPr>
        <p:spPr>
          <a:xfrm>
            <a:off x="4429750" y="3224669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return(id)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BE713828-CB5B-3975-E5B9-0F33BEE84D56}"/>
              </a:ext>
            </a:extLst>
          </p:cNvPr>
          <p:cNvSpPr/>
          <p:nvPr/>
        </p:nvSpPr>
        <p:spPr>
          <a:xfrm>
            <a:off x="4628620" y="282050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9963C43A-B9AE-51BF-E639-C24FECFCDCC4}"/>
              </a:ext>
            </a:extLst>
          </p:cNvPr>
          <p:cNvSpPr/>
          <p:nvPr/>
        </p:nvSpPr>
        <p:spPr>
          <a:xfrm>
            <a:off x="4690937" y="2889889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AB6A12-DE72-41BA-8598-62293DE6CCAB}"/>
              </a:ext>
            </a:extLst>
          </p:cNvPr>
          <p:cNvCxnSpPr>
            <a:stCxn id="8" idx="5"/>
            <a:endCxn id="34" idx="0"/>
          </p:cNvCxnSpPr>
          <p:nvPr/>
        </p:nvCxnSpPr>
        <p:spPr>
          <a:xfrm flipH="1">
            <a:off x="4857220" y="2410216"/>
            <a:ext cx="112197" cy="410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FBC1984C-FB69-8434-EA66-D5DDDCC19D64}"/>
              </a:ext>
            </a:extLst>
          </p:cNvPr>
          <p:cNvCxnSpPr>
            <a:cxnSpLocks/>
            <a:stCxn id="4" idx="6"/>
            <a:endCxn id="4" idx="0"/>
          </p:cNvCxnSpPr>
          <p:nvPr/>
        </p:nvCxnSpPr>
        <p:spPr>
          <a:xfrm flipH="1" flipV="1">
            <a:off x="5410200" y="1367246"/>
            <a:ext cx="228600" cy="228600"/>
          </a:xfrm>
          <a:prstGeom prst="curvedConnector4">
            <a:avLst>
              <a:gd name="adj1" fmla="val -100000"/>
              <a:gd name="adj2" fmla="val 2876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BEC6DC9-731C-9CF1-0250-D176B0668AA7}"/>
              </a:ext>
            </a:extLst>
          </p:cNvPr>
          <p:cNvSpPr txBox="1"/>
          <p:nvPr/>
        </p:nvSpPr>
        <p:spPr>
          <a:xfrm>
            <a:off x="5320814" y="677021"/>
            <a:ext cx="711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\s,\t,\n</a:t>
            </a: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04C27D7E-C32A-C6B3-9561-065AAFFC4437}"/>
              </a:ext>
            </a:extLst>
          </p:cNvPr>
          <p:cNvSpPr/>
          <p:nvPr/>
        </p:nvSpPr>
        <p:spPr>
          <a:xfrm>
            <a:off x="5922402" y="183167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0B41EF5-B4AB-B1A0-3289-DC941629DAC0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5539724" y="1778255"/>
            <a:ext cx="449633" cy="1203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74ABC237-EBC1-FFA7-C066-E6E518730ED5}"/>
              </a:ext>
            </a:extLst>
          </p:cNvPr>
          <p:cNvCxnSpPr>
            <a:cxnSpLocks/>
            <a:stCxn id="54" idx="6"/>
            <a:endCxn id="54" idx="7"/>
          </p:cNvCxnSpPr>
          <p:nvPr/>
        </p:nvCxnSpPr>
        <p:spPr>
          <a:xfrm flipH="1" flipV="1">
            <a:off x="6312647" y="1898629"/>
            <a:ext cx="66955" cy="161645"/>
          </a:xfrm>
          <a:prstGeom prst="curvedConnector4">
            <a:avLst>
              <a:gd name="adj1" fmla="val -341423"/>
              <a:gd name="adj2" fmla="val 2828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BA2C7CD-94FA-A4EC-983E-D74BCCFC3DDB}"/>
              </a:ext>
            </a:extLst>
          </p:cNvPr>
          <p:cNvSpPr txBox="1"/>
          <p:nvPr/>
        </p:nvSpPr>
        <p:spPr>
          <a:xfrm>
            <a:off x="6305887" y="1743500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</a:t>
            </a: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6CBF5B3C-FE89-57B1-1949-29F04C585034}"/>
              </a:ext>
            </a:extLst>
          </p:cNvPr>
          <p:cNvSpPr/>
          <p:nvPr/>
        </p:nvSpPr>
        <p:spPr>
          <a:xfrm>
            <a:off x="7021905" y="255927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FC3CF2B2-0E96-493E-0D31-2EDE383BB3DF}"/>
              </a:ext>
            </a:extLst>
          </p:cNvPr>
          <p:cNvSpPr/>
          <p:nvPr/>
        </p:nvSpPr>
        <p:spPr>
          <a:xfrm>
            <a:off x="7084222" y="2628659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B5D02E2B-96E4-2AE8-CFEA-45774C281A64}"/>
              </a:ext>
            </a:extLst>
          </p:cNvPr>
          <p:cNvSpPr/>
          <p:nvPr/>
        </p:nvSpPr>
        <p:spPr>
          <a:xfrm>
            <a:off x="6151002" y="255927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A9EC717B-1F6D-1EA8-7E2D-1826CA54AD58}"/>
              </a:ext>
            </a:extLst>
          </p:cNvPr>
          <p:cNvSpPr/>
          <p:nvPr/>
        </p:nvSpPr>
        <p:spPr>
          <a:xfrm>
            <a:off x="6213319" y="2628659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2D79FEA6-5E3E-03F0-4929-B156E3FEE42B}"/>
              </a:ext>
            </a:extLst>
          </p:cNvPr>
          <p:cNvSpPr/>
          <p:nvPr/>
        </p:nvSpPr>
        <p:spPr>
          <a:xfrm>
            <a:off x="6554126" y="205578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C45FBB3-9D7D-94EE-1837-7EB71010CE8E}"/>
              </a:ext>
            </a:extLst>
          </p:cNvPr>
          <p:cNvCxnSpPr>
            <a:stCxn id="54" idx="3"/>
            <a:endCxn id="72" idx="0"/>
          </p:cNvCxnSpPr>
          <p:nvPr/>
        </p:nvCxnSpPr>
        <p:spPr>
          <a:xfrm>
            <a:off x="5989357" y="2221919"/>
            <a:ext cx="390245" cy="3373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4DA7FE1-2927-EE54-AEF7-9A19A72D9A74}"/>
              </a:ext>
            </a:extLst>
          </p:cNvPr>
          <p:cNvSpPr txBox="1"/>
          <p:nvPr/>
        </p:nvSpPr>
        <p:spPr>
          <a:xfrm>
            <a:off x="6283521" y="2949520"/>
            <a:ext cx="7393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return(int)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4BE4FC7-D324-D76B-BD56-7CD0B030E1B6}"/>
              </a:ext>
            </a:extLst>
          </p:cNvPr>
          <p:cNvCxnSpPr>
            <a:cxnSpLocks/>
            <a:stCxn id="54" idx="5"/>
            <a:endCxn id="74" idx="2"/>
          </p:cNvCxnSpPr>
          <p:nvPr/>
        </p:nvCxnSpPr>
        <p:spPr>
          <a:xfrm>
            <a:off x="6312647" y="2221919"/>
            <a:ext cx="241479" cy="624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6B249B30-45CA-599D-8D1B-72018FC83E3A}"/>
              </a:ext>
            </a:extLst>
          </p:cNvPr>
          <p:cNvSpPr txBox="1"/>
          <p:nvPr/>
        </p:nvSpPr>
        <p:spPr>
          <a:xfrm>
            <a:off x="6323328" y="1938075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</p:txBody>
      </p: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159074FF-B1CB-B47E-33EE-6CEA1CCF22D5}"/>
              </a:ext>
            </a:extLst>
          </p:cNvPr>
          <p:cNvCxnSpPr>
            <a:stCxn id="74" idx="6"/>
            <a:endCxn id="74" idx="7"/>
          </p:cNvCxnSpPr>
          <p:nvPr/>
        </p:nvCxnSpPr>
        <p:spPr>
          <a:xfrm flipH="1" flipV="1">
            <a:off x="6944371" y="2122741"/>
            <a:ext cx="66955" cy="161645"/>
          </a:xfrm>
          <a:prstGeom prst="curvedConnector4">
            <a:avLst>
              <a:gd name="adj1" fmla="val -341423"/>
              <a:gd name="adj2" fmla="val 2828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CB610A8-EE41-175F-2FFF-12EFBB9BF01E}"/>
              </a:ext>
            </a:extLst>
          </p:cNvPr>
          <p:cNvSpPr txBox="1"/>
          <p:nvPr/>
        </p:nvSpPr>
        <p:spPr>
          <a:xfrm>
            <a:off x="6940638" y="1945403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C4DCCE7-60A1-861B-DE45-B2D041A195C9}"/>
              </a:ext>
            </a:extLst>
          </p:cNvPr>
          <p:cNvCxnSpPr>
            <a:cxnSpLocks/>
            <a:stCxn id="74" idx="4"/>
            <a:endCxn id="68" idx="1"/>
          </p:cNvCxnSpPr>
          <p:nvPr/>
        </p:nvCxnSpPr>
        <p:spPr>
          <a:xfrm>
            <a:off x="6782726" y="2512986"/>
            <a:ext cx="306134" cy="1132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6139DF1-930D-E5C6-74CA-51C28551ACC5}"/>
              </a:ext>
            </a:extLst>
          </p:cNvPr>
          <p:cNvSpPr txBox="1"/>
          <p:nvPr/>
        </p:nvSpPr>
        <p:spPr>
          <a:xfrm>
            <a:off x="7053985" y="2939653"/>
            <a:ext cx="8499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return(float)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F16153-2DB1-5187-EB24-5FCE972436FF}"/>
              </a:ext>
            </a:extLst>
          </p:cNvPr>
          <p:cNvSpPr txBox="1"/>
          <p:nvPr/>
        </p:nvSpPr>
        <p:spPr>
          <a:xfrm>
            <a:off x="5826125" y="231107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BA12A0-5324-2DCE-14C8-01A80201267D}"/>
              </a:ext>
            </a:extLst>
          </p:cNvPr>
          <p:cNvSpPr txBox="1"/>
          <p:nvPr/>
        </p:nvSpPr>
        <p:spPr>
          <a:xfrm>
            <a:off x="6644748" y="2526935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8E74981-8471-4AB2-98D7-D278853753B7}"/>
              </a:ext>
            </a:extLst>
          </p:cNvPr>
          <p:cNvCxnSpPr>
            <a:cxnSpLocks/>
            <a:endCxn id="107" idx="2"/>
          </p:cNvCxnSpPr>
          <p:nvPr/>
        </p:nvCxnSpPr>
        <p:spPr>
          <a:xfrm flipV="1">
            <a:off x="5617270" y="205794"/>
            <a:ext cx="804713" cy="12826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9875C9C2-DD1A-5D81-B3A1-62AA2551CFA4}"/>
              </a:ext>
            </a:extLst>
          </p:cNvPr>
          <p:cNvSpPr/>
          <p:nvPr/>
        </p:nvSpPr>
        <p:spPr>
          <a:xfrm>
            <a:off x="6421983" y="-2280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B89F37-26E9-6605-2912-047B11DCE2A2}"/>
              </a:ext>
            </a:extLst>
          </p:cNvPr>
          <p:cNvSpPr txBox="1"/>
          <p:nvPr/>
        </p:nvSpPr>
        <p:spPr>
          <a:xfrm>
            <a:off x="6090780" y="933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CF4D1CA-390A-567A-1AED-2B3115454B2C}"/>
              </a:ext>
            </a:extLst>
          </p:cNvPr>
          <p:cNvCxnSpPr>
            <a:cxnSpLocks/>
            <a:stCxn id="107" idx="7"/>
            <a:endCxn id="120" idx="1"/>
          </p:cNvCxnSpPr>
          <p:nvPr/>
        </p:nvCxnSpPr>
        <p:spPr>
          <a:xfrm flipV="1">
            <a:off x="6812228" y="17547"/>
            <a:ext cx="409888" cy="266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Flowchart: Connector 117">
            <a:extLst>
              <a:ext uri="{FF2B5EF4-FFF2-40B4-BE49-F238E27FC236}">
                <a16:creationId xmlns:a16="http://schemas.microsoft.com/office/drawing/2014/main" id="{52842435-BF3C-B4C5-E620-46DB7FE664CB}"/>
              </a:ext>
            </a:extLst>
          </p:cNvPr>
          <p:cNvSpPr/>
          <p:nvPr/>
        </p:nvSpPr>
        <p:spPr>
          <a:xfrm>
            <a:off x="7183550" y="47097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9" name="Flowchart: Connector 118">
            <a:extLst>
              <a:ext uri="{FF2B5EF4-FFF2-40B4-BE49-F238E27FC236}">
                <a16:creationId xmlns:a16="http://schemas.microsoft.com/office/drawing/2014/main" id="{CDFE2137-A790-E229-A443-6686BCB89A60}"/>
              </a:ext>
            </a:extLst>
          </p:cNvPr>
          <p:cNvSpPr/>
          <p:nvPr/>
        </p:nvSpPr>
        <p:spPr>
          <a:xfrm>
            <a:off x="7245867" y="540360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46CC8507-8D48-57A0-3702-80F6044664FB}"/>
              </a:ext>
            </a:extLst>
          </p:cNvPr>
          <p:cNvSpPr/>
          <p:nvPr/>
        </p:nvSpPr>
        <p:spPr>
          <a:xfrm>
            <a:off x="7155161" y="-4940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F5A3903C-D5C4-1573-9B70-19C042E7993C}"/>
              </a:ext>
            </a:extLst>
          </p:cNvPr>
          <p:cNvSpPr/>
          <p:nvPr/>
        </p:nvSpPr>
        <p:spPr>
          <a:xfrm>
            <a:off x="7217478" y="19976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8A101AB-D472-0E79-7C27-66D04E0FE87E}"/>
              </a:ext>
            </a:extLst>
          </p:cNvPr>
          <p:cNvSpPr txBox="1"/>
          <p:nvPr/>
        </p:nvSpPr>
        <p:spPr>
          <a:xfrm>
            <a:off x="6848712" y="-703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2359CCA-5D8A-9CC9-C248-D926DC6A8729}"/>
              </a:ext>
            </a:extLst>
          </p:cNvPr>
          <p:cNvSpPr txBox="1"/>
          <p:nvPr/>
        </p:nvSpPr>
        <p:spPr>
          <a:xfrm>
            <a:off x="7546508" y="49818"/>
            <a:ext cx="9941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Inc_Op</a:t>
            </a:r>
            <a:r>
              <a:rPr lang="en-US" sz="1000" dirty="0"/>
              <a:t>)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CB70947-8AFD-82D7-75C4-201F0B626E03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6868037" y="227487"/>
            <a:ext cx="382468" cy="310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6A6CAE7F-9795-B18B-1350-EB03F8C214DE}"/>
              </a:ext>
            </a:extLst>
          </p:cNvPr>
          <p:cNvSpPr txBox="1"/>
          <p:nvPr/>
        </p:nvSpPr>
        <p:spPr>
          <a:xfrm>
            <a:off x="6838386" y="254317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1826438-3E8B-4DDC-5472-6EC47DE4FF13}"/>
              </a:ext>
            </a:extLst>
          </p:cNvPr>
          <p:cNvSpPr txBox="1"/>
          <p:nvPr/>
        </p:nvSpPr>
        <p:spPr>
          <a:xfrm>
            <a:off x="7140579" y="863349"/>
            <a:ext cx="14654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Add_Assign_Op</a:t>
            </a:r>
            <a:r>
              <a:rPr lang="en-US" sz="1000" dirty="0"/>
              <a:t>)</a:t>
            </a:r>
          </a:p>
        </p:txBody>
      </p:sp>
      <p:sp>
        <p:nvSpPr>
          <p:cNvPr id="129" name="Flowchart: Connector 128">
            <a:extLst>
              <a:ext uri="{FF2B5EF4-FFF2-40B4-BE49-F238E27FC236}">
                <a16:creationId xmlns:a16="http://schemas.microsoft.com/office/drawing/2014/main" id="{EB015C64-90DB-4B75-5DEA-DAFC81A6676A}"/>
              </a:ext>
            </a:extLst>
          </p:cNvPr>
          <p:cNvSpPr/>
          <p:nvPr/>
        </p:nvSpPr>
        <p:spPr>
          <a:xfrm>
            <a:off x="6609786" y="62573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40DC2DD7-F0BC-3018-103E-C73238A72F07}"/>
              </a:ext>
            </a:extLst>
          </p:cNvPr>
          <p:cNvSpPr/>
          <p:nvPr/>
        </p:nvSpPr>
        <p:spPr>
          <a:xfrm>
            <a:off x="6672103" y="695115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D8F9C00-76B2-1B1A-CBA0-2C9585976007}"/>
              </a:ext>
            </a:extLst>
          </p:cNvPr>
          <p:cNvSpPr txBox="1"/>
          <p:nvPr/>
        </p:nvSpPr>
        <p:spPr>
          <a:xfrm>
            <a:off x="6618316" y="66966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5E410EB-BBA3-6B07-3D2C-37D7BFF53EE7}"/>
              </a:ext>
            </a:extLst>
          </p:cNvPr>
          <p:cNvCxnSpPr>
            <a:stCxn id="107" idx="4"/>
            <a:endCxn id="129" idx="0"/>
          </p:cNvCxnSpPr>
          <p:nvPr/>
        </p:nvCxnSpPr>
        <p:spPr>
          <a:xfrm>
            <a:off x="6650583" y="434394"/>
            <a:ext cx="187803" cy="19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9497E172-6726-2974-7964-5494D9721991}"/>
              </a:ext>
            </a:extLst>
          </p:cNvPr>
          <p:cNvSpPr txBox="1"/>
          <p:nvPr/>
        </p:nvSpPr>
        <p:spPr>
          <a:xfrm>
            <a:off x="6344774" y="416773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093DC35-BF83-CE9E-E929-1437EF979FD5}"/>
              </a:ext>
            </a:extLst>
          </p:cNvPr>
          <p:cNvSpPr txBox="1"/>
          <p:nvPr/>
        </p:nvSpPr>
        <p:spPr>
          <a:xfrm>
            <a:off x="6401943" y="1024293"/>
            <a:ext cx="8386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return(Plus)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780D285-F5F1-EFB0-ED3A-93A53D27A67F}"/>
              </a:ext>
            </a:extLst>
          </p:cNvPr>
          <p:cNvSpPr txBox="1"/>
          <p:nvPr/>
        </p:nvSpPr>
        <p:spPr>
          <a:xfrm>
            <a:off x="7198705" y="51420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40" name="Flowchart: Connector 139">
            <a:extLst>
              <a:ext uri="{FF2B5EF4-FFF2-40B4-BE49-F238E27FC236}">
                <a16:creationId xmlns:a16="http://schemas.microsoft.com/office/drawing/2014/main" id="{2E3661F2-5E07-936A-1AC7-DC54280F68A3}"/>
              </a:ext>
            </a:extLst>
          </p:cNvPr>
          <p:cNvSpPr/>
          <p:nvPr/>
        </p:nvSpPr>
        <p:spPr>
          <a:xfrm>
            <a:off x="8733086" y="-5025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F98E9B3-B446-8C23-DB08-026439FB69BB}"/>
              </a:ext>
            </a:extLst>
          </p:cNvPr>
          <p:cNvSpPr txBox="1"/>
          <p:nvPr/>
        </p:nvSpPr>
        <p:spPr>
          <a:xfrm>
            <a:off x="8432189" y="163522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7F04532-756A-C45F-B8D7-A8C80741F774}"/>
              </a:ext>
            </a:extLst>
          </p:cNvPr>
          <p:cNvCxnSpPr>
            <a:cxnSpLocks/>
            <a:stCxn id="140" idx="7"/>
          </p:cNvCxnSpPr>
          <p:nvPr/>
        </p:nvCxnSpPr>
        <p:spPr>
          <a:xfrm>
            <a:off x="9123331" y="16704"/>
            <a:ext cx="405250" cy="14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lowchart: Connector 142">
            <a:extLst>
              <a:ext uri="{FF2B5EF4-FFF2-40B4-BE49-F238E27FC236}">
                <a16:creationId xmlns:a16="http://schemas.microsoft.com/office/drawing/2014/main" id="{A5159EE1-CCD3-A537-B906-74125ABFB8FC}"/>
              </a:ext>
            </a:extLst>
          </p:cNvPr>
          <p:cNvSpPr/>
          <p:nvPr/>
        </p:nvSpPr>
        <p:spPr>
          <a:xfrm>
            <a:off x="9494653" y="44353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D8AA4895-6441-FBDE-FAB0-2333FEA8B370}"/>
              </a:ext>
            </a:extLst>
          </p:cNvPr>
          <p:cNvSpPr/>
          <p:nvPr/>
        </p:nvSpPr>
        <p:spPr>
          <a:xfrm>
            <a:off x="9556970" y="512915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5" name="Flowchart: Connector 144">
            <a:extLst>
              <a:ext uri="{FF2B5EF4-FFF2-40B4-BE49-F238E27FC236}">
                <a16:creationId xmlns:a16="http://schemas.microsoft.com/office/drawing/2014/main" id="{12BAB87E-3F47-08FD-9646-8AED032AFA1D}"/>
              </a:ext>
            </a:extLst>
          </p:cNvPr>
          <p:cNvSpPr/>
          <p:nvPr/>
        </p:nvSpPr>
        <p:spPr>
          <a:xfrm>
            <a:off x="9466264" y="-7685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6" name="Flowchart: Connector 145">
            <a:extLst>
              <a:ext uri="{FF2B5EF4-FFF2-40B4-BE49-F238E27FC236}">
                <a16:creationId xmlns:a16="http://schemas.microsoft.com/office/drawing/2014/main" id="{B9E3449A-C92E-40A6-12E1-098FBD7C1CF8}"/>
              </a:ext>
            </a:extLst>
          </p:cNvPr>
          <p:cNvSpPr/>
          <p:nvPr/>
        </p:nvSpPr>
        <p:spPr>
          <a:xfrm>
            <a:off x="9528581" y="-7469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FA8B1E9-CE07-DFCE-CF7A-653694D8E7DE}"/>
              </a:ext>
            </a:extLst>
          </p:cNvPr>
          <p:cNvSpPr txBox="1"/>
          <p:nvPr/>
        </p:nvSpPr>
        <p:spPr>
          <a:xfrm>
            <a:off x="9207246" y="-115015"/>
            <a:ext cx="22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ED1E22D-A694-8C36-773E-66331456D46C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9179140" y="200042"/>
            <a:ext cx="382468" cy="310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A9C08D20-9826-8C0F-69FE-4978557AA8F6}"/>
              </a:ext>
            </a:extLst>
          </p:cNvPr>
          <p:cNvSpPr txBox="1"/>
          <p:nvPr/>
        </p:nvSpPr>
        <p:spPr>
          <a:xfrm>
            <a:off x="9141436" y="205794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C2EF342F-8219-420F-A787-CDC636706E4C}"/>
              </a:ext>
            </a:extLst>
          </p:cNvPr>
          <p:cNvSpPr/>
          <p:nvPr/>
        </p:nvSpPr>
        <p:spPr>
          <a:xfrm>
            <a:off x="8920889" y="59828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3" name="Flowchart: Connector 152">
            <a:extLst>
              <a:ext uri="{FF2B5EF4-FFF2-40B4-BE49-F238E27FC236}">
                <a16:creationId xmlns:a16="http://schemas.microsoft.com/office/drawing/2014/main" id="{0EE40016-16D0-B94F-BD22-1C4D05F9FE6B}"/>
              </a:ext>
            </a:extLst>
          </p:cNvPr>
          <p:cNvSpPr/>
          <p:nvPr/>
        </p:nvSpPr>
        <p:spPr>
          <a:xfrm>
            <a:off x="8983206" y="667670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DAED024-03A7-88FF-4B38-7A5439ABD8D0}"/>
              </a:ext>
            </a:extLst>
          </p:cNvPr>
          <p:cNvSpPr txBox="1"/>
          <p:nvPr/>
        </p:nvSpPr>
        <p:spPr>
          <a:xfrm>
            <a:off x="8929419" y="64222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98CECEA5-D678-9ED4-7BF6-1785269877AB}"/>
              </a:ext>
            </a:extLst>
          </p:cNvPr>
          <p:cNvCxnSpPr>
            <a:stCxn id="140" idx="4"/>
            <a:endCxn id="152" idx="0"/>
          </p:cNvCxnSpPr>
          <p:nvPr/>
        </p:nvCxnSpPr>
        <p:spPr>
          <a:xfrm>
            <a:off x="8961686" y="406949"/>
            <a:ext cx="187803" cy="19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3426D030-2B60-87F2-4FC4-1E8A2F09A21C}"/>
              </a:ext>
            </a:extLst>
          </p:cNvPr>
          <p:cNvSpPr txBox="1"/>
          <p:nvPr/>
        </p:nvSpPr>
        <p:spPr>
          <a:xfrm>
            <a:off x="9484136" y="48448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159" name="Flowchart: Connector 158">
            <a:extLst>
              <a:ext uri="{FF2B5EF4-FFF2-40B4-BE49-F238E27FC236}">
                <a16:creationId xmlns:a16="http://schemas.microsoft.com/office/drawing/2014/main" id="{C11435BD-C8C9-40C4-7D67-7137254EE940}"/>
              </a:ext>
            </a:extLst>
          </p:cNvPr>
          <p:cNvSpPr/>
          <p:nvPr/>
        </p:nvSpPr>
        <p:spPr>
          <a:xfrm>
            <a:off x="10491943" y="84136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4822A56-AB66-13A0-B1AA-52E31CA9A649}"/>
              </a:ext>
            </a:extLst>
          </p:cNvPr>
          <p:cNvCxnSpPr>
            <a:cxnSpLocks/>
            <a:stCxn id="159" idx="7"/>
            <a:endCxn id="163" idx="1"/>
          </p:cNvCxnSpPr>
          <p:nvPr/>
        </p:nvCxnSpPr>
        <p:spPr>
          <a:xfrm flipV="1">
            <a:off x="10882188" y="881721"/>
            <a:ext cx="409888" cy="266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Flowchart: Connector 160">
            <a:extLst>
              <a:ext uri="{FF2B5EF4-FFF2-40B4-BE49-F238E27FC236}">
                <a16:creationId xmlns:a16="http://schemas.microsoft.com/office/drawing/2014/main" id="{E6C53C52-E8B1-5D53-D9B4-181834AA0D8A}"/>
              </a:ext>
            </a:extLst>
          </p:cNvPr>
          <p:cNvSpPr/>
          <p:nvPr/>
        </p:nvSpPr>
        <p:spPr>
          <a:xfrm>
            <a:off x="11253510" y="133515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89B3662E-7BB9-FA84-ABDD-D31ECEADA818}"/>
              </a:ext>
            </a:extLst>
          </p:cNvPr>
          <p:cNvSpPr/>
          <p:nvPr/>
        </p:nvSpPr>
        <p:spPr>
          <a:xfrm>
            <a:off x="11315827" y="1404534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63" name="Flowchart: Connector 162">
            <a:extLst>
              <a:ext uri="{FF2B5EF4-FFF2-40B4-BE49-F238E27FC236}">
                <a16:creationId xmlns:a16="http://schemas.microsoft.com/office/drawing/2014/main" id="{C0033B15-736F-3AD9-D81D-78861EB8DE1F}"/>
              </a:ext>
            </a:extLst>
          </p:cNvPr>
          <p:cNvSpPr/>
          <p:nvPr/>
        </p:nvSpPr>
        <p:spPr>
          <a:xfrm>
            <a:off x="11225121" y="81476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4" name="Flowchart: Connector 163">
            <a:extLst>
              <a:ext uri="{FF2B5EF4-FFF2-40B4-BE49-F238E27FC236}">
                <a16:creationId xmlns:a16="http://schemas.microsoft.com/office/drawing/2014/main" id="{866B6381-A726-12FA-6DDF-644B059F3B3B}"/>
              </a:ext>
            </a:extLst>
          </p:cNvPr>
          <p:cNvSpPr/>
          <p:nvPr/>
        </p:nvSpPr>
        <p:spPr>
          <a:xfrm>
            <a:off x="11287438" y="884150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FC1991F-C946-A33B-859C-F664C4D34D24}"/>
              </a:ext>
            </a:extLst>
          </p:cNvPr>
          <p:cNvCxnSpPr>
            <a:cxnSpLocks/>
            <a:endCxn id="161" idx="1"/>
          </p:cNvCxnSpPr>
          <p:nvPr/>
        </p:nvCxnSpPr>
        <p:spPr>
          <a:xfrm>
            <a:off x="10937997" y="1091661"/>
            <a:ext cx="382468" cy="310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54C2E88D-465A-8E88-A7DB-73615741CC21}"/>
              </a:ext>
            </a:extLst>
          </p:cNvPr>
          <p:cNvSpPr txBox="1"/>
          <p:nvPr/>
        </p:nvSpPr>
        <p:spPr>
          <a:xfrm>
            <a:off x="10941232" y="836413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09FA05E-5924-18FB-605F-D4C45243905F}"/>
              </a:ext>
            </a:extLst>
          </p:cNvPr>
          <p:cNvSpPr txBox="1"/>
          <p:nvPr/>
        </p:nvSpPr>
        <p:spPr>
          <a:xfrm>
            <a:off x="11238392" y="136724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76" name="Flowchart: Connector 175">
            <a:extLst>
              <a:ext uri="{FF2B5EF4-FFF2-40B4-BE49-F238E27FC236}">
                <a16:creationId xmlns:a16="http://schemas.microsoft.com/office/drawing/2014/main" id="{AA32C37B-4A45-B5FB-0ECC-0736108460BC}"/>
              </a:ext>
            </a:extLst>
          </p:cNvPr>
          <p:cNvSpPr/>
          <p:nvPr/>
        </p:nvSpPr>
        <p:spPr>
          <a:xfrm>
            <a:off x="9444744" y="153702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A8A240C9-A224-6D75-DC9B-77F153E451C5}"/>
              </a:ext>
            </a:extLst>
          </p:cNvPr>
          <p:cNvCxnSpPr>
            <a:cxnSpLocks/>
            <a:stCxn id="176" idx="7"/>
            <a:endCxn id="180" idx="1"/>
          </p:cNvCxnSpPr>
          <p:nvPr/>
        </p:nvCxnSpPr>
        <p:spPr>
          <a:xfrm flipV="1">
            <a:off x="9834989" y="1364817"/>
            <a:ext cx="304836" cy="2391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Flowchart: Connector 177">
            <a:extLst>
              <a:ext uri="{FF2B5EF4-FFF2-40B4-BE49-F238E27FC236}">
                <a16:creationId xmlns:a16="http://schemas.microsoft.com/office/drawing/2014/main" id="{E5E55B38-C4A4-16D7-CBDC-A8F476966190}"/>
              </a:ext>
            </a:extLst>
          </p:cNvPr>
          <p:cNvSpPr/>
          <p:nvPr/>
        </p:nvSpPr>
        <p:spPr>
          <a:xfrm>
            <a:off x="10243709" y="180731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9" name="Flowchart: Connector 178">
            <a:extLst>
              <a:ext uri="{FF2B5EF4-FFF2-40B4-BE49-F238E27FC236}">
                <a16:creationId xmlns:a16="http://schemas.microsoft.com/office/drawing/2014/main" id="{821DDC8F-BDAA-FABF-290A-7BB954A8CC77}"/>
              </a:ext>
            </a:extLst>
          </p:cNvPr>
          <p:cNvSpPr/>
          <p:nvPr/>
        </p:nvSpPr>
        <p:spPr>
          <a:xfrm>
            <a:off x="10306026" y="1876698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80" name="Flowchart: Connector 179">
            <a:extLst>
              <a:ext uri="{FF2B5EF4-FFF2-40B4-BE49-F238E27FC236}">
                <a16:creationId xmlns:a16="http://schemas.microsoft.com/office/drawing/2014/main" id="{7BD152CF-2F87-D1A7-B1C9-E6830AB342C8}"/>
              </a:ext>
            </a:extLst>
          </p:cNvPr>
          <p:cNvSpPr/>
          <p:nvPr/>
        </p:nvSpPr>
        <p:spPr>
          <a:xfrm>
            <a:off x="10072870" y="129786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1" name="Flowchart: Connector 180">
            <a:extLst>
              <a:ext uri="{FF2B5EF4-FFF2-40B4-BE49-F238E27FC236}">
                <a16:creationId xmlns:a16="http://schemas.microsoft.com/office/drawing/2014/main" id="{EA719C6E-6463-D16D-6F7A-3C6E76F3D9DE}"/>
              </a:ext>
            </a:extLst>
          </p:cNvPr>
          <p:cNvSpPr/>
          <p:nvPr/>
        </p:nvSpPr>
        <p:spPr>
          <a:xfrm>
            <a:off x="10135187" y="1367246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2DEB4098-ADE0-8579-AF47-9ADEE33F97F0}"/>
              </a:ext>
            </a:extLst>
          </p:cNvPr>
          <p:cNvCxnSpPr>
            <a:cxnSpLocks/>
            <a:stCxn id="176" idx="6"/>
            <a:endCxn id="178" idx="1"/>
          </p:cNvCxnSpPr>
          <p:nvPr/>
        </p:nvCxnSpPr>
        <p:spPr>
          <a:xfrm>
            <a:off x="9901944" y="1765624"/>
            <a:ext cx="408720" cy="108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Flowchart: Connector 184">
            <a:extLst>
              <a:ext uri="{FF2B5EF4-FFF2-40B4-BE49-F238E27FC236}">
                <a16:creationId xmlns:a16="http://schemas.microsoft.com/office/drawing/2014/main" id="{B2B20F75-F0E9-541F-7D33-FB127C876D95}"/>
              </a:ext>
            </a:extLst>
          </p:cNvPr>
          <p:cNvSpPr/>
          <p:nvPr/>
        </p:nvSpPr>
        <p:spPr>
          <a:xfrm>
            <a:off x="9827219" y="218556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6" name="Flowchart: Connector 185">
            <a:extLst>
              <a:ext uri="{FF2B5EF4-FFF2-40B4-BE49-F238E27FC236}">
                <a16:creationId xmlns:a16="http://schemas.microsoft.com/office/drawing/2014/main" id="{6F7AD55E-850C-D21E-FDE4-5BD54017A4F7}"/>
              </a:ext>
            </a:extLst>
          </p:cNvPr>
          <p:cNvSpPr/>
          <p:nvPr/>
        </p:nvSpPr>
        <p:spPr>
          <a:xfrm>
            <a:off x="9889536" y="2254945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9C260522-A146-C9A9-B7CA-706215CDE596}"/>
              </a:ext>
            </a:extLst>
          </p:cNvPr>
          <p:cNvCxnSpPr>
            <a:stCxn id="176" idx="4"/>
            <a:endCxn id="185" idx="0"/>
          </p:cNvCxnSpPr>
          <p:nvPr/>
        </p:nvCxnSpPr>
        <p:spPr>
          <a:xfrm>
            <a:off x="9673344" y="1994224"/>
            <a:ext cx="382475" cy="19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: Curved 192">
            <a:extLst>
              <a:ext uri="{FF2B5EF4-FFF2-40B4-BE49-F238E27FC236}">
                <a16:creationId xmlns:a16="http://schemas.microsoft.com/office/drawing/2014/main" id="{C48B6CB2-0665-ECD7-7B94-130220A5DD29}"/>
              </a:ext>
            </a:extLst>
          </p:cNvPr>
          <p:cNvCxnSpPr>
            <a:cxnSpLocks/>
            <a:endCxn id="201" idx="1"/>
          </p:cNvCxnSpPr>
          <p:nvPr/>
        </p:nvCxnSpPr>
        <p:spPr>
          <a:xfrm flipV="1">
            <a:off x="5638800" y="169938"/>
            <a:ext cx="3094196" cy="1348654"/>
          </a:xfrm>
          <a:prstGeom prst="curvedConnector3">
            <a:avLst>
              <a:gd name="adj1" fmla="val 988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43BA90FD-1307-63B3-85F5-AAAFCA90C16C}"/>
              </a:ext>
            </a:extLst>
          </p:cNvPr>
          <p:cNvSpPr txBox="1"/>
          <p:nvPr/>
        </p:nvSpPr>
        <p:spPr>
          <a:xfrm>
            <a:off x="9844324" y="-30635"/>
            <a:ext cx="10454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Dec_Op</a:t>
            </a:r>
            <a:r>
              <a:rPr lang="en-US" sz="1000" dirty="0"/>
              <a:t>)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07D78C6-7420-DEFD-3BCF-969AE7D428F1}"/>
              </a:ext>
            </a:extLst>
          </p:cNvPr>
          <p:cNvSpPr txBox="1"/>
          <p:nvPr/>
        </p:nvSpPr>
        <p:spPr>
          <a:xfrm>
            <a:off x="9821882" y="361698"/>
            <a:ext cx="1462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Sub_Assign_Op</a:t>
            </a:r>
            <a:r>
              <a:rPr lang="en-US" sz="1000" dirty="0"/>
              <a:t>)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A5A2CF4-B323-EBC4-7E0E-D59E24F82F16}"/>
              </a:ext>
            </a:extLst>
          </p:cNvPr>
          <p:cNvSpPr txBox="1"/>
          <p:nvPr/>
        </p:nvSpPr>
        <p:spPr>
          <a:xfrm>
            <a:off x="8747854" y="1021332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return(Minus)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6C5991D-E400-2AB7-247C-1151FD986373}"/>
              </a:ext>
            </a:extLst>
          </p:cNvPr>
          <p:cNvSpPr txBox="1"/>
          <p:nvPr/>
        </p:nvSpPr>
        <p:spPr>
          <a:xfrm>
            <a:off x="8732996" y="-1472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A184E9B-ACD7-03C9-0283-1226E48ED0E7}"/>
              </a:ext>
            </a:extLst>
          </p:cNvPr>
          <p:cNvSpPr txBox="1"/>
          <p:nvPr/>
        </p:nvSpPr>
        <p:spPr>
          <a:xfrm>
            <a:off x="9466264" y="-2802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211FAE5-8CA3-EDC2-D94B-8AE0E92E5FB4}"/>
              </a:ext>
            </a:extLst>
          </p:cNvPr>
          <p:cNvSpPr txBox="1"/>
          <p:nvPr/>
        </p:nvSpPr>
        <p:spPr>
          <a:xfrm>
            <a:off x="8633885" y="399482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580FC578-1435-2DB2-863E-D5BD43D84EBE}"/>
              </a:ext>
            </a:extLst>
          </p:cNvPr>
          <p:cNvSpPr txBox="1"/>
          <p:nvPr/>
        </p:nvSpPr>
        <p:spPr>
          <a:xfrm>
            <a:off x="10795911" y="1196181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cxnSp>
        <p:nvCxnSpPr>
          <p:cNvPr id="214" name="Connector: Curved 213">
            <a:extLst>
              <a:ext uri="{FF2B5EF4-FFF2-40B4-BE49-F238E27FC236}">
                <a16:creationId xmlns:a16="http://schemas.microsoft.com/office/drawing/2014/main" id="{71548337-F4C7-0BD2-2991-4B0CBDBC1A07}"/>
              </a:ext>
            </a:extLst>
          </p:cNvPr>
          <p:cNvCxnSpPr>
            <a:cxnSpLocks/>
            <a:endCxn id="159" idx="2"/>
          </p:cNvCxnSpPr>
          <p:nvPr/>
        </p:nvCxnSpPr>
        <p:spPr>
          <a:xfrm flipV="1">
            <a:off x="5617270" y="1069968"/>
            <a:ext cx="4874673" cy="621825"/>
          </a:xfrm>
          <a:prstGeom prst="curvedConnector3">
            <a:avLst>
              <a:gd name="adj1" fmla="val 7894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47D963E0-7C5E-08F1-FA55-812A889665B2}"/>
              </a:ext>
            </a:extLst>
          </p:cNvPr>
          <p:cNvSpPr txBox="1"/>
          <p:nvPr/>
        </p:nvSpPr>
        <p:spPr>
          <a:xfrm>
            <a:off x="11216865" y="85433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9635D083-98D8-2E59-405D-30D724A73874}"/>
              </a:ext>
            </a:extLst>
          </p:cNvPr>
          <p:cNvSpPr txBox="1"/>
          <p:nvPr/>
        </p:nvSpPr>
        <p:spPr>
          <a:xfrm>
            <a:off x="10491943" y="89826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E2363D06-84F4-7CBE-92B3-7C7821500C93}"/>
              </a:ext>
            </a:extLst>
          </p:cNvPr>
          <p:cNvSpPr txBox="1"/>
          <p:nvPr/>
        </p:nvSpPr>
        <p:spPr>
          <a:xfrm>
            <a:off x="10139162" y="81121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CEFA888-EAB8-217B-A6C9-3605492142B3}"/>
              </a:ext>
            </a:extLst>
          </p:cNvPr>
          <p:cNvSpPr txBox="1"/>
          <p:nvPr/>
        </p:nvSpPr>
        <p:spPr>
          <a:xfrm>
            <a:off x="10858897" y="607597"/>
            <a:ext cx="1452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Mul_Assign_Op</a:t>
            </a:r>
            <a:r>
              <a:rPr lang="en-US" sz="1000" dirty="0"/>
              <a:t>)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394EBB3-E2C6-BAEA-4A2D-47AAFEEC9108}"/>
              </a:ext>
            </a:extLst>
          </p:cNvPr>
          <p:cNvSpPr txBox="1"/>
          <p:nvPr/>
        </p:nvSpPr>
        <p:spPr>
          <a:xfrm>
            <a:off x="11237054" y="1728449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return(Multiply)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FB3D4E1-7F1F-736F-37F3-C40CCA35C7E6}"/>
              </a:ext>
            </a:extLst>
          </p:cNvPr>
          <p:cNvSpPr txBox="1"/>
          <p:nvPr/>
        </p:nvSpPr>
        <p:spPr>
          <a:xfrm>
            <a:off x="10289015" y="184497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58950A3-E063-9B18-4FAE-5C98355282FA}"/>
              </a:ext>
            </a:extLst>
          </p:cNvPr>
          <p:cNvSpPr txBox="1"/>
          <p:nvPr/>
        </p:nvSpPr>
        <p:spPr>
          <a:xfrm>
            <a:off x="10060415" y="133592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4D709F6-8A4D-56D4-7F46-7D4C83DFD5D6}"/>
              </a:ext>
            </a:extLst>
          </p:cNvPr>
          <p:cNvSpPr txBox="1"/>
          <p:nvPr/>
        </p:nvSpPr>
        <p:spPr>
          <a:xfrm>
            <a:off x="9458008" y="157339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232" name="Flowchart: Connector 231">
            <a:extLst>
              <a:ext uri="{FF2B5EF4-FFF2-40B4-BE49-F238E27FC236}">
                <a16:creationId xmlns:a16="http://schemas.microsoft.com/office/drawing/2014/main" id="{DB83B420-6904-93A1-AF64-B5A75913A51C}"/>
              </a:ext>
            </a:extLst>
          </p:cNvPr>
          <p:cNvSpPr/>
          <p:nvPr/>
        </p:nvSpPr>
        <p:spPr>
          <a:xfrm>
            <a:off x="9298630" y="220542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3" name="Flowchart: Connector 232">
            <a:extLst>
              <a:ext uri="{FF2B5EF4-FFF2-40B4-BE49-F238E27FC236}">
                <a16:creationId xmlns:a16="http://schemas.microsoft.com/office/drawing/2014/main" id="{5E572C7A-33E8-3448-18E3-A34FD54B285D}"/>
              </a:ext>
            </a:extLst>
          </p:cNvPr>
          <p:cNvSpPr/>
          <p:nvPr/>
        </p:nvSpPr>
        <p:spPr>
          <a:xfrm>
            <a:off x="9360947" y="2274813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238" name="Connector: Curved 237">
            <a:extLst>
              <a:ext uri="{FF2B5EF4-FFF2-40B4-BE49-F238E27FC236}">
                <a16:creationId xmlns:a16="http://schemas.microsoft.com/office/drawing/2014/main" id="{8F86142B-43D4-CDEF-408B-489335CBEC36}"/>
              </a:ext>
            </a:extLst>
          </p:cNvPr>
          <p:cNvCxnSpPr>
            <a:cxnSpLocks/>
            <a:endCxn id="176" idx="2"/>
          </p:cNvCxnSpPr>
          <p:nvPr/>
        </p:nvCxnSpPr>
        <p:spPr>
          <a:xfrm>
            <a:off x="5581801" y="1754605"/>
            <a:ext cx="3862943" cy="1101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874D7D98-748E-A49B-192C-B7A757103092}"/>
              </a:ext>
            </a:extLst>
          </p:cNvPr>
          <p:cNvSpPr txBox="1"/>
          <p:nvPr/>
        </p:nvSpPr>
        <p:spPr>
          <a:xfrm>
            <a:off x="9869460" y="223522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F34DB83F-0EAD-EB71-9F31-A33A511603FC}"/>
              </a:ext>
            </a:extLst>
          </p:cNvPr>
          <p:cNvSpPr txBox="1"/>
          <p:nvPr/>
        </p:nvSpPr>
        <p:spPr>
          <a:xfrm>
            <a:off x="9325956" y="22685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16BDD44C-2773-036C-C2B4-813B300390E9}"/>
              </a:ext>
            </a:extLst>
          </p:cNvPr>
          <p:cNvCxnSpPr>
            <a:stCxn id="176" idx="3"/>
            <a:endCxn id="232" idx="0"/>
          </p:cNvCxnSpPr>
          <p:nvPr/>
        </p:nvCxnSpPr>
        <p:spPr>
          <a:xfrm>
            <a:off x="9511699" y="1927269"/>
            <a:ext cx="15531" cy="278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8B067595-06AB-D402-63E7-397897C78B4C}"/>
              </a:ext>
            </a:extLst>
          </p:cNvPr>
          <p:cNvSpPr txBox="1"/>
          <p:nvPr/>
        </p:nvSpPr>
        <p:spPr>
          <a:xfrm>
            <a:off x="9141436" y="1509555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/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235D5651-2861-EBBD-BC4E-5D358714B53E}"/>
              </a:ext>
            </a:extLst>
          </p:cNvPr>
          <p:cNvSpPr txBox="1"/>
          <p:nvPr/>
        </p:nvSpPr>
        <p:spPr>
          <a:xfrm>
            <a:off x="9911758" y="1746621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/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BA7E4092-73FF-251A-A9A6-169A635C04F4}"/>
              </a:ext>
            </a:extLst>
          </p:cNvPr>
          <p:cNvSpPr txBox="1"/>
          <p:nvPr/>
        </p:nvSpPr>
        <p:spPr>
          <a:xfrm>
            <a:off x="9625200" y="200623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CBCE94E-CCD5-AFE1-5D15-1474524EAADF}"/>
              </a:ext>
            </a:extLst>
          </p:cNvPr>
          <p:cNvSpPr txBox="1"/>
          <p:nvPr/>
        </p:nvSpPr>
        <p:spPr>
          <a:xfrm>
            <a:off x="9742701" y="1269906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B793752-2FA4-404A-B5E9-112920688469}"/>
              </a:ext>
            </a:extLst>
          </p:cNvPr>
          <p:cNvSpPr txBox="1"/>
          <p:nvPr/>
        </p:nvSpPr>
        <p:spPr>
          <a:xfrm>
            <a:off x="9141436" y="1919776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808F12C-70B1-FBF2-C424-FA401A78875C}"/>
              </a:ext>
            </a:extLst>
          </p:cNvPr>
          <p:cNvSpPr txBox="1"/>
          <p:nvPr/>
        </p:nvSpPr>
        <p:spPr>
          <a:xfrm>
            <a:off x="9225532" y="1121025"/>
            <a:ext cx="1452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Div_Assign_Op</a:t>
            </a:r>
            <a:r>
              <a:rPr lang="en-US" sz="1000" dirty="0"/>
              <a:t>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F8FBDE2-405B-E24A-B274-639D66E99265}"/>
              </a:ext>
            </a:extLst>
          </p:cNvPr>
          <p:cNvSpPr txBox="1"/>
          <p:nvPr/>
        </p:nvSpPr>
        <p:spPr>
          <a:xfrm>
            <a:off x="10572381" y="1954148"/>
            <a:ext cx="15488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Single_Comment</a:t>
            </a:r>
            <a:r>
              <a:rPr lang="en-US" sz="1000" dirty="0"/>
              <a:t>)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E5D9678-FBAB-F71B-32DD-DFFB0F1481D8}"/>
              </a:ext>
            </a:extLst>
          </p:cNvPr>
          <p:cNvSpPr txBox="1"/>
          <p:nvPr/>
        </p:nvSpPr>
        <p:spPr>
          <a:xfrm>
            <a:off x="10174732" y="2378056"/>
            <a:ext cx="1491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Multi_Comment</a:t>
            </a:r>
            <a:r>
              <a:rPr lang="en-US" sz="1000" dirty="0"/>
              <a:t>)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7B91925-D813-0F48-22C8-9A13DA81C334}"/>
              </a:ext>
            </a:extLst>
          </p:cNvPr>
          <p:cNvSpPr txBox="1"/>
          <p:nvPr/>
        </p:nvSpPr>
        <p:spPr>
          <a:xfrm>
            <a:off x="8946730" y="2624977"/>
            <a:ext cx="9428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return(Divide)</a:t>
            </a:r>
          </a:p>
        </p:txBody>
      </p:sp>
      <p:sp>
        <p:nvSpPr>
          <p:cNvPr id="286" name="Flowchart: Connector 285">
            <a:extLst>
              <a:ext uri="{FF2B5EF4-FFF2-40B4-BE49-F238E27FC236}">
                <a16:creationId xmlns:a16="http://schemas.microsoft.com/office/drawing/2014/main" id="{F1CFD097-994A-7668-6E4C-A503761D96E9}"/>
              </a:ext>
            </a:extLst>
          </p:cNvPr>
          <p:cNvSpPr/>
          <p:nvPr/>
        </p:nvSpPr>
        <p:spPr>
          <a:xfrm>
            <a:off x="7020893" y="317105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8" name="Flowchart: Connector 287">
            <a:extLst>
              <a:ext uri="{FF2B5EF4-FFF2-40B4-BE49-F238E27FC236}">
                <a16:creationId xmlns:a16="http://schemas.microsoft.com/office/drawing/2014/main" id="{DB4309F9-DCE2-00AE-507C-BD1561F9EA04}"/>
              </a:ext>
            </a:extLst>
          </p:cNvPr>
          <p:cNvSpPr/>
          <p:nvPr/>
        </p:nvSpPr>
        <p:spPr>
          <a:xfrm>
            <a:off x="7819858" y="344134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9" name="Flowchart: Connector 288">
            <a:extLst>
              <a:ext uri="{FF2B5EF4-FFF2-40B4-BE49-F238E27FC236}">
                <a16:creationId xmlns:a16="http://schemas.microsoft.com/office/drawing/2014/main" id="{2109819B-81B6-FA6F-B194-FDF37620F364}"/>
              </a:ext>
            </a:extLst>
          </p:cNvPr>
          <p:cNvSpPr/>
          <p:nvPr/>
        </p:nvSpPr>
        <p:spPr>
          <a:xfrm>
            <a:off x="7882175" y="3510727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5B82429A-A992-735B-510E-37DF3140330F}"/>
              </a:ext>
            </a:extLst>
          </p:cNvPr>
          <p:cNvCxnSpPr>
            <a:cxnSpLocks/>
            <a:stCxn id="286" idx="6"/>
            <a:endCxn id="288" idx="1"/>
          </p:cNvCxnSpPr>
          <p:nvPr/>
        </p:nvCxnSpPr>
        <p:spPr>
          <a:xfrm>
            <a:off x="7478093" y="3399653"/>
            <a:ext cx="408720" cy="108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Flowchart: Connector 291">
            <a:extLst>
              <a:ext uri="{FF2B5EF4-FFF2-40B4-BE49-F238E27FC236}">
                <a16:creationId xmlns:a16="http://schemas.microsoft.com/office/drawing/2014/main" id="{E70E3BB0-27DB-3A69-91F0-4D9D5B76E757}"/>
              </a:ext>
            </a:extLst>
          </p:cNvPr>
          <p:cNvSpPr/>
          <p:nvPr/>
        </p:nvSpPr>
        <p:spPr>
          <a:xfrm>
            <a:off x="7403368" y="381959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3" name="Flowchart: Connector 292">
            <a:extLst>
              <a:ext uri="{FF2B5EF4-FFF2-40B4-BE49-F238E27FC236}">
                <a16:creationId xmlns:a16="http://schemas.microsoft.com/office/drawing/2014/main" id="{2E01D5A6-3FAF-5A81-2CCD-6E8174B92FF1}"/>
              </a:ext>
            </a:extLst>
          </p:cNvPr>
          <p:cNvSpPr/>
          <p:nvPr/>
        </p:nvSpPr>
        <p:spPr>
          <a:xfrm>
            <a:off x="7465685" y="3888974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A7DD94D2-8C01-94F6-75DA-B666E057639F}"/>
              </a:ext>
            </a:extLst>
          </p:cNvPr>
          <p:cNvCxnSpPr>
            <a:stCxn id="286" idx="4"/>
            <a:endCxn id="292" idx="0"/>
          </p:cNvCxnSpPr>
          <p:nvPr/>
        </p:nvCxnSpPr>
        <p:spPr>
          <a:xfrm>
            <a:off x="7249493" y="3628253"/>
            <a:ext cx="382475" cy="19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BEB3BDDF-E4A8-AD3C-ACA7-49ADDABF14E0}"/>
              </a:ext>
            </a:extLst>
          </p:cNvPr>
          <p:cNvSpPr txBox="1"/>
          <p:nvPr/>
        </p:nvSpPr>
        <p:spPr>
          <a:xfrm>
            <a:off x="7858975" y="347159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D9D74B85-0867-EEAB-D0CD-3C49A45681D6}"/>
              </a:ext>
            </a:extLst>
          </p:cNvPr>
          <p:cNvSpPr txBox="1"/>
          <p:nvPr/>
        </p:nvSpPr>
        <p:spPr>
          <a:xfrm>
            <a:off x="7034157" y="320742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AAF69560-7D38-C2AD-168E-28F09C254AB3}"/>
              </a:ext>
            </a:extLst>
          </p:cNvPr>
          <p:cNvSpPr txBox="1"/>
          <p:nvPr/>
        </p:nvSpPr>
        <p:spPr>
          <a:xfrm>
            <a:off x="7414901" y="385941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26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ABDF074B-592E-6B57-78F9-7CBEAB38EA85}"/>
              </a:ext>
            </a:extLst>
          </p:cNvPr>
          <p:cNvSpPr txBox="1"/>
          <p:nvPr/>
        </p:nvSpPr>
        <p:spPr>
          <a:xfrm>
            <a:off x="7487907" y="3380650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0FD24F04-62F1-A0C0-EE36-370312E71FF2}"/>
              </a:ext>
            </a:extLst>
          </p:cNvPr>
          <p:cNvSpPr txBox="1"/>
          <p:nvPr/>
        </p:nvSpPr>
        <p:spPr>
          <a:xfrm>
            <a:off x="7072293" y="3692365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C98C6ED5-348E-496E-E011-3C5CBC612B36}"/>
              </a:ext>
            </a:extLst>
          </p:cNvPr>
          <p:cNvSpPr txBox="1"/>
          <p:nvPr/>
        </p:nvSpPr>
        <p:spPr>
          <a:xfrm>
            <a:off x="7297508" y="4235679"/>
            <a:ext cx="10807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return(Modulus)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B28459D3-A69E-0C48-763B-205F38E674D3}"/>
              </a:ext>
            </a:extLst>
          </p:cNvPr>
          <p:cNvSpPr txBox="1"/>
          <p:nvPr/>
        </p:nvSpPr>
        <p:spPr>
          <a:xfrm>
            <a:off x="8207274" y="3586876"/>
            <a:ext cx="1489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Mod_Assign_Op</a:t>
            </a:r>
            <a:r>
              <a:rPr lang="en-US" sz="1000" dirty="0"/>
              <a:t>)</a:t>
            </a:r>
          </a:p>
        </p:txBody>
      </p:sp>
      <p:cxnSp>
        <p:nvCxnSpPr>
          <p:cNvPr id="329" name="Connector: Curved 328">
            <a:extLst>
              <a:ext uri="{FF2B5EF4-FFF2-40B4-BE49-F238E27FC236}">
                <a16:creationId xmlns:a16="http://schemas.microsoft.com/office/drawing/2014/main" id="{11A51273-266B-5239-45A0-1543356E33F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65167" y="1844659"/>
            <a:ext cx="1599738" cy="150427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7BCB759D-E89F-0855-2AF0-7A869B19DD66}"/>
              </a:ext>
            </a:extLst>
          </p:cNvPr>
          <p:cNvSpPr txBox="1"/>
          <p:nvPr/>
        </p:nvSpPr>
        <p:spPr>
          <a:xfrm>
            <a:off x="6683361" y="311979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%</a:t>
            </a:r>
          </a:p>
        </p:txBody>
      </p:sp>
      <p:sp>
        <p:nvSpPr>
          <p:cNvPr id="337" name="Flowchart: Connector 336">
            <a:extLst>
              <a:ext uri="{FF2B5EF4-FFF2-40B4-BE49-F238E27FC236}">
                <a16:creationId xmlns:a16="http://schemas.microsoft.com/office/drawing/2014/main" id="{D404E790-FB21-5359-838D-3D4F879A39DC}"/>
              </a:ext>
            </a:extLst>
          </p:cNvPr>
          <p:cNvSpPr/>
          <p:nvPr/>
        </p:nvSpPr>
        <p:spPr>
          <a:xfrm>
            <a:off x="6335394" y="336365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8" name="Flowchart: Connector 337">
            <a:extLst>
              <a:ext uri="{FF2B5EF4-FFF2-40B4-BE49-F238E27FC236}">
                <a16:creationId xmlns:a16="http://schemas.microsoft.com/office/drawing/2014/main" id="{3EA9A6B8-9359-067B-7129-DD4B32B38720}"/>
              </a:ext>
            </a:extLst>
          </p:cNvPr>
          <p:cNvSpPr/>
          <p:nvPr/>
        </p:nvSpPr>
        <p:spPr>
          <a:xfrm>
            <a:off x="6397711" y="3433043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FB78336B-8824-8D00-EC8D-46B3B7B04AEA}"/>
              </a:ext>
            </a:extLst>
          </p:cNvPr>
          <p:cNvSpPr txBox="1"/>
          <p:nvPr/>
        </p:nvSpPr>
        <p:spPr>
          <a:xfrm>
            <a:off x="6380700" y="340132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27</a:t>
            </a:r>
          </a:p>
        </p:txBody>
      </p:sp>
      <p:cxnSp>
        <p:nvCxnSpPr>
          <p:cNvPr id="341" name="Connector: Curved 340">
            <a:extLst>
              <a:ext uri="{FF2B5EF4-FFF2-40B4-BE49-F238E27FC236}">
                <a16:creationId xmlns:a16="http://schemas.microsoft.com/office/drawing/2014/main" id="{82EBFD1C-EDB2-6354-4D1E-B6940056F68B}"/>
              </a:ext>
            </a:extLst>
          </p:cNvPr>
          <p:cNvCxnSpPr>
            <a:cxnSpLocks/>
            <a:endCxn id="337" idx="2"/>
          </p:cNvCxnSpPr>
          <p:nvPr/>
        </p:nvCxnSpPr>
        <p:spPr>
          <a:xfrm rot="16200000" flipH="1">
            <a:off x="5010765" y="2267630"/>
            <a:ext cx="1777594" cy="87166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608C7E3-455C-838B-7DBF-1665477D563D}"/>
              </a:ext>
            </a:extLst>
          </p:cNvPr>
          <p:cNvSpPr txBox="1"/>
          <p:nvPr/>
        </p:nvSpPr>
        <p:spPr>
          <a:xfrm>
            <a:off x="6051104" y="3277732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^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A99C8298-6D9F-2F82-EA1D-7185B44780A4}"/>
              </a:ext>
            </a:extLst>
          </p:cNvPr>
          <p:cNvSpPr txBox="1"/>
          <p:nvPr/>
        </p:nvSpPr>
        <p:spPr>
          <a:xfrm>
            <a:off x="6248665" y="3760779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return(Exp)</a:t>
            </a:r>
          </a:p>
        </p:txBody>
      </p:sp>
      <p:sp>
        <p:nvSpPr>
          <p:cNvPr id="358" name="Flowchart: Connector 357">
            <a:extLst>
              <a:ext uri="{FF2B5EF4-FFF2-40B4-BE49-F238E27FC236}">
                <a16:creationId xmlns:a16="http://schemas.microsoft.com/office/drawing/2014/main" id="{DAE54554-3210-9254-52B8-7F7AE5FCBBD5}"/>
              </a:ext>
            </a:extLst>
          </p:cNvPr>
          <p:cNvSpPr/>
          <p:nvPr/>
        </p:nvSpPr>
        <p:spPr>
          <a:xfrm>
            <a:off x="4241172" y="551536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59" name="Flowchart: Connector 358">
            <a:extLst>
              <a:ext uri="{FF2B5EF4-FFF2-40B4-BE49-F238E27FC236}">
                <a16:creationId xmlns:a16="http://schemas.microsoft.com/office/drawing/2014/main" id="{CAE8B406-3F98-E20E-9BAE-4F3A521E88E8}"/>
              </a:ext>
            </a:extLst>
          </p:cNvPr>
          <p:cNvSpPr/>
          <p:nvPr/>
        </p:nvSpPr>
        <p:spPr>
          <a:xfrm>
            <a:off x="5040137" y="578565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0" name="Flowchart: Connector 359">
            <a:extLst>
              <a:ext uri="{FF2B5EF4-FFF2-40B4-BE49-F238E27FC236}">
                <a16:creationId xmlns:a16="http://schemas.microsoft.com/office/drawing/2014/main" id="{2A060AE3-DE32-87A7-D3C5-209964CE299E}"/>
              </a:ext>
            </a:extLst>
          </p:cNvPr>
          <p:cNvSpPr/>
          <p:nvPr/>
        </p:nvSpPr>
        <p:spPr>
          <a:xfrm>
            <a:off x="5102454" y="5855039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FC1471BE-FDD2-CB4D-5195-66C976BFBB60}"/>
              </a:ext>
            </a:extLst>
          </p:cNvPr>
          <p:cNvCxnSpPr>
            <a:cxnSpLocks/>
            <a:stCxn id="358" idx="6"/>
            <a:endCxn id="359" idx="1"/>
          </p:cNvCxnSpPr>
          <p:nvPr/>
        </p:nvCxnSpPr>
        <p:spPr>
          <a:xfrm>
            <a:off x="4698372" y="5743965"/>
            <a:ext cx="408720" cy="108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Flowchart: Connector 361">
            <a:extLst>
              <a:ext uri="{FF2B5EF4-FFF2-40B4-BE49-F238E27FC236}">
                <a16:creationId xmlns:a16="http://schemas.microsoft.com/office/drawing/2014/main" id="{4A79C79A-AC50-E432-3C99-237400CB9C95}"/>
              </a:ext>
            </a:extLst>
          </p:cNvPr>
          <p:cNvSpPr/>
          <p:nvPr/>
        </p:nvSpPr>
        <p:spPr>
          <a:xfrm>
            <a:off x="4623647" y="616390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3" name="Flowchart: Connector 362">
            <a:extLst>
              <a:ext uri="{FF2B5EF4-FFF2-40B4-BE49-F238E27FC236}">
                <a16:creationId xmlns:a16="http://schemas.microsoft.com/office/drawing/2014/main" id="{E0E619F1-E4FA-1F90-FF19-8ACAA2B1ED00}"/>
              </a:ext>
            </a:extLst>
          </p:cNvPr>
          <p:cNvSpPr/>
          <p:nvPr/>
        </p:nvSpPr>
        <p:spPr>
          <a:xfrm>
            <a:off x="4685964" y="6233286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2F533C4D-6F23-F603-007F-1D328F0B1238}"/>
              </a:ext>
            </a:extLst>
          </p:cNvPr>
          <p:cNvCxnSpPr>
            <a:stCxn id="358" idx="4"/>
            <a:endCxn id="362" idx="0"/>
          </p:cNvCxnSpPr>
          <p:nvPr/>
        </p:nvCxnSpPr>
        <p:spPr>
          <a:xfrm>
            <a:off x="4469772" y="5972565"/>
            <a:ext cx="382475" cy="19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FD78E521-D50F-691A-96EC-DE02C44564FA}"/>
              </a:ext>
            </a:extLst>
          </p:cNvPr>
          <p:cNvSpPr txBox="1"/>
          <p:nvPr/>
        </p:nvSpPr>
        <p:spPr>
          <a:xfrm>
            <a:off x="5085443" y="582331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35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5CF72E18-38C6-FF03-82BF-7EBBE1ABE13C}"/>
              </a:ext>
            </a:extLst>
          </p:cNvPr>
          <p:cNvSpPr txBox="1"/>
          <p:nvPr/>
        </p:nvSpPr>
        <p:spPr>
          <a:xfrm>
            <a:off x="4254436" y="555173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34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659A4F72-48B4-D0D3-7E7C-EC0CA8D8E962}"/>
              </a:ext>
            </a:extLst>
          </p:cNvPr>
          <p:cNvSpPr txBox="1"/>
          <p:nvPr/>
        </p:nvSpPr>
        <p:spPr>
          <a:xfrm>
            <a:off x="4665888" y="621356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8A79FF20-641D-2DF1-16AE-CACFCB51EEAB}"/>
              </a:ext>
            </a:extLst>
          </p:cNvPr>
          <p:cNvSpPr txBox="1"/>
          <p:nvPr/>
        </p:nvSpPr>
        <p:spPr>
          <a:xfrm>
            <a:off x="4532814" y="5183523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4765F80-2C1E-6496-B018-4076836AE41B}"/>
              </a:ext>
            </a:extLst>
          </p:cNvPr>
          <p:cNvSpPr txBox="1"/>
          <p:nvPr/>
        </p:nvSpPr>
        <p:spPr>
          <a:xfrm>
            <a:off x="4708186" y="5724962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371" name="Flowchart: Connector 370">
            <a:extLst>
              <a:ext uri="{FF2B5EF4-FFF2-40B4-BE49-F238E27FC236}">
                <a16:creationId xmlns:a16="http://schemas.microsoft.com/office/drawing/2014/main" id="{48C75920-2D78-D7CA-3931-79DA0BCEFE6D}"/>
              </a:ext>
            </a:extLst>
          </p:cNvPr>
          <p:cNvSpPr/>
          <p:nvPr/>
        </p:nvSpPr>
        <p:spPr>
          <a:xfrm>
            <a:off x="6132371" y="439157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72" name="Flowchart: Connector 371">
            <a:extLst>
              <a:ext uri="{FF2B5EF4-FFF2-40B4-BE49-F238E27FC236}">
                <a16:creationId xmlns:a16="http://schemas.microsoft.com/office/drawing/2014/main" id="{FB46A383-94FF-9126-7F0B-C9ABE324123C}"/>
              </a:ext>
            </a:extLst>
          </p:cNvPr>
          <p:cNvSpPr/>
          <p:nvPr/>
        </p:nvSpPr>
        <p:spPr>
          <a:xfrm>
            <a:off x="6931336" y="466186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3" name="Flowchart: Connector 372">
            <a:extLst>
              <a:ext uri="{FF2B5EF4-FFF2-40B4-BE49-F238E27FC236}">
                <a16:creationId xmlns:a16="http://schemas.microsoft.com/office/drawing/2014/main" id="{614351F4-F36A-04BB-66E7-16A35FCBF530}"/>
              </a:ext>
            </a:extLst>
          </p:cNvPr>
          <p:cNvSpPr/>
          <p:nvPr/>
        </p:nvSpPr>
        <p:spPr>
          <a:xfrm>
            <a:off x="6993653" y="4731244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87075000-56B7-0200-D604-2255253F56B2}"/>
              </a:ext>
            </a:extLst>
          </p:cNvPr>
          <p:cNvCxnSpPr>
            <a:cxnSpLocks/>
            <a:stCxn id="371" idx="6"/>
            <a:endCxn id="372" idx="1"/>
          </p:cNvCxnSpPr>
          <p:nvPr/>
        </p:nvCxnSpPr>
        <p:spPr>
          <a:xfrm>
            <a:off x="6589571" y="4620170"/>
            <a:ext cx="408720" cy="108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Flowchart: Connector 374">
            <a:extLst>
              <a:ext uri="{FF2B5EF4-FFF2-40B4-BE49-F238E27FC236}">
                <a16:creationId xmlns:a16="http://schemas.microsoft.com/office/drawing/2014/main" id="{77777B53-D2E1-96CC-9BC6-AE818E6D83C0}"/>
              </a:ext>
            </a:extLst>
          </p:cNvPr>
          <p:cNvSpPr/>
          <p:nvPr/>
        </p:nvSpPr>
        <p:spPr>
          <a:xfrm>
            <a:off x="6514846" y="5040107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6" name="Flowchart: Connector 375">
            <a:extLst>
              <a:ext uri="{FF2B5EF4-FFF2-40B4-BE49-F238E27FC236}">
                <a16:creationId xmlns:a16="http://schemas.microsoft.com/office/drawing/2014/main" id="{8006CE2B-08ED-872A-2E54-986AB03F81B2}"/>
              </a:ext>
            </a:extLst>
          </p:cNvPr>
          <p:cNvSpPr/>
          <p:nvPr/>
        </p:nvSpPr>
        <p:spPr>
          <a:xfrm>
            <a:off x="6577163" y="5109491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FEEF53D3-8CB1-38B8-4F9A-F3422E8F673E}"/>
              </a:ext>
            </a:extLst>
          </p:cNvPr>
          <p:cNvCxnSpPr>
            <a:stCxn id="371" idx="4"/>
            <a:endCxn id="375" idx="0"/>
          </p:cNvCxnSpPr>
          <p:nvPr/>
        </p:nvCxnSpPr>
        <p:spPr>
          <a:xfrm>
            <a:off x="6360971" y="4848770"/>
            <a:ext cx="382475" cy="19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15E3CBC7-C16F-3AC6-941E-5019F41CE05B}"/>
              </a:ext>
            </a:extLst>
          </p:cNvPr>
          <p:cNvSpPr txBox="1"/>
          <p:nvPr/>
        </p:nvSpPr>
        <p:spPr>
          <a:xfrm>
            <a:off x="6976642" y="469952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115D2E94-4798-0D00-F0FF-4873A849844B}"/>
              </a:ext>
            </a:extLst>
          </p:cNvPr>
          <p:cNvSpPr txBox="1"/>
          <p:nvPr/>
        </p:nvSpPr>
        <p:spPr>
          <a:xfrm>
            <a:off x="6145635" y="442793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28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6EBD627C-658E-E52D-6F74-760921914937}"/>
              </a:ext>
            </a:extLst>
          </p:cNvPr>
          <p:cNvSpPr txBox="1"/>
          <p:nvPr/>
        </p:nvSpPr>
        <p:spPr>
          <a:xfrm>
            <a:off x="6557087" y="508976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B0ABF40-69C0-ADA0-2308-59C0E6F2CDA5}"/>
              </a:ext>
            </a:extLst>
          </p:cNvPr>
          <p:cNvSpPr txBox="1"/>
          <p:nvPr/>
        </p:nvSpPr>
        <p:spPr>
          <a:xfrm>
            <a:off x="5797110" y="4298726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&lt;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509AA817-3129-E6C4-A2D4-4087D89AF194}"/>
              </a:ext>
            </a:extLst>
          </p:cNvPr>
          <p:cNvSpPr txBox="1"/>
          <p:nvPr/>
        </p:nvSpPr>
        <p:spPr>
          <a:xfrm>
            <a:off x="6599385" y="4601167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384" name="Flowchart: Connector 383">
            <a:extLst>
              <a:ext uri="{FF2B5EF4-FFF2-40B4-BE49-F238E27FC236}">
                <a16:creationId xmlns:a16="http://schemas.microsoft.com/office/drawing/2014/main" id="{8DDD10FF-D5DC-0A35-5E83-58F15D6805A0}"/>
              </a:ext>
            </a:extLst>
          </p:cNvPr>
          <p:cNvSpPr/>
          <p:nvPr/>
        </p:nvSpPr>
        <p:spPr>
          <a:xfrm>
            <a:off x="6137643" y="561944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85" name="Flowchart: Connector 384">
            <a:extLst>
              <a:ext uri="{FF2B5EF4-FFF2-40B4-BE49-F238E27FC236}">
                <a16:creationId xmlns:a16="http://schemas.microsoft.com/office/drawing/2014/main" id="{D03FE3EF-2053-27B4-FDAB-3906B852627F}"/>
              </a:ext>
            </a:extLst>
          </p:cNvPr>
          <p:cNvSpPr/>
          <p:nvPr/>
        </p:nvSpPr>
        <p:spPr>
          <a:xfrm>
            <a:off x="6936608" y="588973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86" name="Flowchart: Connector 385">
            <a:extLst>
              <a:ext uri="{FF2B5EF4-FFF2-40B4-BE49-F238E27FC236}">
                <a16:creationId xmlns:a16="http://schemas.microsoft.com/office/drawing/2014/main" id="{5AA4E591-AF9C-FFCC-7566-466EE667A7B8}"/>
              </a:ext>
            </a:extLst>
          </p:cNvPr>
          <p:cNvSpPr/>
          <p:nvPr/>
        </p:nvSpPr>
        <p:spPr>
          <a:xfrm>
            <a:off x="6998925" y="5959118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6D017F8D-84FB-72B1-3D7C-AB2E730403E1}"/>
              </a:ext>
            </a:extLst>
          </p:cNvPr>
          <p:cNvCxnSpPr>
            <a:cxnSpLocks/>
            <a:stCxn id="384" idx="6"/>
            <a:endCxn id="385" idx="1"/>
          </p:cNvCxnSpPr>
          <p:nvPr/>
        </p:nvCxnSpPr>
        <p:spPr>
          <a:xfrm>
            <a:off x="6594843" y="5848044"/>
            <a:ext cx="408720" cy="108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Flowchart: Connector 387">
            <a:extLst>
              <a:ext uri="{FF2B5EF4-FFF2-40B4-BE49-F238E27FC236}">
                <a16:creationId xmlns:a16="http://schemas.microsoft.com/office/drawing/2014/main" id="{6E2E3CCE-EA26-D6D4-FC61-6750B3688C40}"/>
              </a:ext>
            </a:extLst>
          </p:cNvPr>
          <p:cNvSpPr/>
          <p:nvPr/>
        </p:nvSpPr>
        <p:spPr>
          <a:xfrm>
            <a:off x="6520118" y="626798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89" name="Flowchart: Connector 388">
            <a:extLst>
              <a:ext uri="{FF2B5EF4-FFF2-40B4-BE49-F238E27FC236}">
                <a16:creationId xmlns:a16="http://schemas.microsoft.com/office/drawing/2014/main" id="{AF4E7F5A-8AAF-A372-948D-C8F7887AB781}"/>
              </a:ext>
            </a:extLst>
          </p:cNvPr>
          <p:cNvSpPr/>
          <p:nvPr/>
        </p:nvSpPr>
        <p:spPr>
          <a:xfrm>
            <a:off x="6582435" y="6337365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752DCDCF-0861-25C0-5D4D-A702A09C7159}"/>
              </a:ext>
            </a:extLst>
          </p:cNvPr>
          <p:cNvCxnSpPr>
            <a:stCxn id="384" idx="4"/>
            <a:endCxn id="388" idx="0"/>
          </p:cNvCxnSpPr>
          <p:nvPr/>
        </p:nvCxnSpPr>
        <p:spPr>
          <a:xfrm>
            <a:off x="6366243" y="6076644"/>
            <a:ext cx="382475" cy="19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TextBox 390">
            <a:extLst>
              <a:ext uri="{FF2B5EF4-FFF2-40B4-BE49-F238E27FC236}">
                <a16:creationId xmlns:a16="http://schemas.microsoft.com/office/drawing/2014/main" id="{EFE9EFE4-E769-528E-F9E1-DEDBBAAEBFD1}"/>
              </a:ext>
            </a:extLst>
          </p:cNvPr>
          <p:cNvSpPr txBox="1"/>
          <p:nvPr/>
        </p:nvSpPr>
        <p:spPr>
          <a:xfrm>
            <a:off x="6981914" y="592739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13432A09-4762-BCCE-E17D-CA839D3CB4AD}"/>
              </a:ext>
            </a:extLst>
          </p:cNvPr>
          <p:cNvSpPr txBox="1"/>
          <p:nvPr/>
        </p:nvSpPr>
        <p:spPr>
          <a:xfrm>
            <a:off x="6150907" y="565581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31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7A4E7661-9CA2-6ABA-808B-FEA84297EA05}"/>
              </a:ext>
            </a:extLst>
          </p:cNvPr>
          <p:cNvSpPr txBox="1"/>
          <p:nvPr/>
        </p:nvSpPr>
        <p:spPr>
          <a:xfrm>
            <a:off x="6562359" y="631764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AA22E2F5-28ED-294F-DC98-202494B46FDE}"/>
              </a:ext>
            </a:extLst>
          </p:cNvPr>
          <p:cNvSpPr txBox="1"/>
          <p:nvPr/>
        </p:nvSpPr>
        <p:spPr>
          <a:xfrm>
            <a:off x="5775567" y="5549445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&gt;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2281A5C2-893F-D93F-2889-2F65A3BC83B1}"/>
              </a:ext>
            </a:extLst>
          </p:cNvPr>
          <p:cNvSpPr txBox="1"/>
          <p:nvPr/>
        </p:nvSpPr>
        <p:spPr>
          <a:xfrm>
            <a:off x="6604657" y="5829041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1FA173FE-B64D-31B0-F938-7CA2336CF719}"/>
              </a:ext>
            </a:extLst>
          </p:cNvPr>
          <p:cNvSpPr txBox="1"/>
          <p:nvPr/>
        </p:nvSpPr>
        <p:spPr>
          <a:xfrm>
            <a:off x="6173609" y="486593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5B4D51E6-43AC-804A-A2E3-E4C295FF4C6A}"/>
              </a:ext>
            </a:extLst>
          </p:cNvPr>
          <p:cNvSpPr txBox="1"/>
          <p:nvPr/>
        </p:nvSpPr>
        <p:spPr>
          <a:xfrm>
            <a:off x="6170250" y="6092223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AC4CB2E3-365A-368F-3692-CF9392428786}"/>
              </a:ext>
            </a:extLst>
          </p:cNvPr>
          <p:cNvCxnSpPr/>
          <p:nvPr/>
        </p:nvCxnSpPr>
        <p:spPr>
          <a:xfrm>
            <a:off x="5420749" y="1824446"/>
            <a:ext cx="228600" cy="2738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BF2931C2-506B-772D-088B-A19C4DFD09E6}"/>
              </a:ext>
            </a:extLst>
          </p:cNvPr>
          <p:cNvCxnSpPr>
            <a:endCxn id="371" idx="2"/>
          </p:cNvCxnSpPr>
          <p:nvPr/>
        </p:nvCxnSpPr>
        <p:spPr>
          <a:xfrm>
            <a:off x="5638800" y="4561367"/>
            <a:ext cx="493571" cy="58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BCBB2D9C-009B-2D3C-9A33-494196BFD876}"/>
              </a:ext>
            </a:extLst>
          </p:cNvPr>
          <p:cNvCxnSpPr>
            <a:cxnSpLocks/>
          </p:cNvCxnSpPr>
          <p:nvPr/>
        </p:nvCxnSpPr>
        <p:spPr>
          <a:xfrm>
            <a:off x="5372528" y="1818716"/>
            <a:ext cx="216856" cy="39866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44B43667-D88B-EC37-2A1C-8EC430330240}"/>
              </a:ext>
            </a:extLst>
          </p:cNvPr>
          <p:cNvCxnSpPr>
            <a:endCxn id="392" idx="1"/>
          </p:cNvCxnSpPr>
          <p:nvPr/>
        </p:nvCxnSpPr>
        <p:spPr>
          <a:xfrm>
            <a:off x="5574688" y="5784112"/>
            <a:ext cx="576219" cy="56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57AC6701-8521-D863-4B86-672E3A7DD468}"/>
              </a:ext>
            </a:extLst>
          </p:cNvPr>
          <p:cNvSpPr txBox="1"/>
          <p:nvPr/>
        </p:nvSpPr>
        <p:spPr>
          <a:xfrm>
            <a:off x="6843388" y="5323744"/>
            <a:ext cx="853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return(Less)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E40C9FB4-8E76-C8DC-685D-8416802A6168}"/>
              </a:ext>
            </a:extLst>
          </p:cNvPr>
          <p:cNvSpPr txBox="1"/>
          <p:nvPr/>
        </p:nvSpPr>
        <p:spPr>
          <a:xfrm>
            <a:off x="6823153" y="6630513"/>
            <a:ext cx="10198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return(Greater)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FAA21B7B-0B9F-A658-427E-518F1DFEEB11}"/>
              </a:ext>
            </a:extLst>
          </p:cNvPr>
          <p:cNvSpPr txBox="1"/>
          <p:nvPr/>
        </p:nvSpPr>
        <p:spPr>
          <a:xfrm>
            <a:off x="7383761" y="5994651"/>
            <a:ext cx="1396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Greater_Equal</a:t>
            </a:r>
            <a:r>
              <a:rPr lang="en-US" sz="1000" dirty="0"/>
              <a:t>)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9677FF85-C774-5BDF-765C-898F2B36AD2F}"/>
              </a:ext>
            </a:extLst>
          </p:cNvPr>
          <p:cNvSpPr txBox="1"/>
          <p:nvPr/>
        </p:nvSpPr>
        <p:spPr>
          <a:xfrm>
            <a:off x="7383761" y="4786954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Less_Equal</a:t>
            </a:r>
            <a:r>
              <a:rPr lang="en-US" sz="1000" dirty="0"/>
              <a:t>)</a:t>
            </a:r>
          </a:p>
        </p:txBody>
      </p:sp>
      <p:sp>
        <p:nvSpPr>
          <p:cNvPr id="417" name="Flowchart: Connector 416">
            <a:extLst>
              <a:ext uri="{FF2B5EF4-FFF2-40B4-BE49-F238E27FC236}">
                <a16:creationId xmlns:a16="http://schemas.microsoft.com/office/drawing/2014/main" id="{B0B31AEB-A642-FDB3-8A38-A33CE37E3DFA}"/>
              </a:ext>
            </a:extLst>
          </p:cNvPr>
          <p:cNvSpPr/>
          <p:nvPr/>
        </p:nvSpPr>
        <p:spPr>
          <a:xfrm>
            <a:off x="2290518" y="416188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21" name="Flowchart: Connector 420">
            <a:extLst>
              <a:ext uri="{FF2B5EF4-FFF2-40B4-BE49-F238E27FC236}">
                <a16:creationId xmlns:a16="http://schemas.microsoft.com/office/drawing/2014/main" id="{9B29A131-728D-C2FF-3C86-9554BB6F07C7}"/>
              </a:ext>
            </a:extLst>
          </p:cNvPr>
          <p:cNvSpPr/>
          <p:nvPr/>
        </p:nvSpPr>
        <p:spPr>
          <a:xfrm>
            <a:off x="2262709" y="506645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2" name="Flowchart: Connector 421">
            <a:extLst>
              <a:ext uri="{FF2B5EF4-FFF2-40B4-BE49-F238E27FC236}">
                <a16:creationId xmlns:a16="http://schemas.microsoft.com/office/drawing/2014/main" id="{C7A1AB10-8F61-315A-2E69-F8B0F50E5DF5}"/>
              </a:ext>
            </a:extLst>
          </p:cNvPr>
          <p:cNvSpPr/>
          <p:nvPr/>
        </p:nvSpPr>
        <p:spPr>
          <a:xfrm>
            <a:off x="2325026" y="5135836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87E43181-FE0E-2206-5E9E-BD9AA7106AC6}"/>
              </a:ext>
            </a:extLst>
          </p:cNvPr>
          <p:cNvCxnSpPr>
            <a:stCxn id="417" idx="4"/>
            <a:endCxn id="421" idx="0"/>
          </p:cNvCxnSpPr>
          <p:nvPr/>
        </p:nvCxnSpPr>
        <p:spPr>
          <a:xfrm flipH="1">
            <a:off x="2491309" y="4619083"/>
            <a:ext cx="27809" cy="447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>
            <a:extLst>
              <a:ext uri="{FF2B5EF4-FFF2-40B4-BE49-F238E27FC236}">
                <a16:creationId xmlns:a16="http://schemas.microsoft.com/office/drawing/2014/main" id="{04AA4329-AF36-A251-9BB6-E60365C796D7}"/>
              </a:ext>
            </a:extLst>
          </p:cNvPr>
          <p:cNvSpPr txBox="1"/>
          <p:nvPr/>
        </p:nvSpPr>
        <p:spPr>
          <a:xfrm>
            <a:off x="2303782" y="419825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</a:t>
            </a: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C6D74A8F-ABDA-ED2A-40E3-B3A673B571EF}"/>
              </a:ext>
            </a:extLst>
          </p:cNvPr>
          <p:cNvSpPr txBox="1"/>
          <p:nvPr/>
        </p:nvSpPr>
        <p:spPr>
          <a:xfrm>
            <a:off x="2304950" y="511611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43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8815DD4B-5E0F-ED29-2B3A-DB902718DAF2}"/>
              </a:ext>
            </a:extLst>
          </p:cNvPr>
          <p:cNvSpPr txBox="1"/>
          <p:nvPr/>
        </p:nvSpPr>
        <p:spPr>
          <a:xfrm>
            <a:off x="2627332" y="3774491"/>
            <a:ext cx="240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|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530CDB62-902D-C6F4-5F65-D76C83AF098A}"/>
              </a:ext>
            </a:extLst>
          </p:cNvPr>
          <p:cNvCxnSpPr>
            <a:cxnSpLocks/>
          </p:cNvCxnSpPr>
          <p:nvPr/>
        </p:nvCxnSpPr>
        <p:spPr>
          <a:xfrm>
            <a:off x="5305324" y="1782440"/>
            <a:ext cx="71056" cy="3533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Arrow Connector 433">
            <a:extLst>
              <a:ext uri="{FF2B5EF4-FFF2-40B4-BE49-F238E27FC236}">
                <a16:creationId xmlns:a16="http://schemas.microsoft.com/office/drawing/2014/main" id="{28B1DCB2-EE3D-774C-02BF-9B1715A18F31}"/>
              </a:ext>
            </a:extLst>
          </p:cNvPr>
          <p:cNvCxnSpPr>
            <a:cxnSpLocks/>
            <a:endCxn id="358" idx="0"/>
          </p:cNvCxnSpPr>
          <p:nvPr/>
        </p:nvCxnSpPr>
        <p:spPr>
          <a:xfrm flipH="1">
            <a:off x="4469772" y="5262154"/>
            <a:ext cx="940428" cy="253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TextBox 434">
            <a:extLst>
              <a:ext uri="{FF2B5EF4-FFF2-40B4-BE49-F238E27FC236}">
                <a16:creationId xmlns:a16="http://schemas.microsoft.com/office/drawing/2014/main" id="{944952D3-3B0D-0A28-6BCE-EB5AC43E54A6}"/>
              </a:ext>
            </a:extLst>
          </p:cNvPr>
          <p:cNvSpPr txBox="1"/>
          <p:nvPr/>
        </p:nvSpPr>
        <p:spPr>
          <a:xfrm>
            <a:off x="4245364" y="5981201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BCC15104-1BEF-70D2-F729-CE791C1A2E6F}"/>
              </a:ext>
            </a:extLst>
          </p:cNvPr>
          <p:cNvSpPr txBox="1"/>
          <p:nvPr/>
        </p:nvSpPr>
        <p:spPr>
          <a:xfrm>
            <a:off x="5125451" y="6213561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Eq_Op</a:t>
            </a:r>
            <a:r>
              <a:rPr lang="en-US" sz="1000" dirty="0"/>
              <a:t>)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8B44DC3F-256F-DC53-6F0E-27679CC9F5C4}"/>
              </a:ext>
            </a:extLst>
          </p:cNvPr>
          <p:cNvSpPr txBox="1"/>
          <p:nvPr/>
        </p:nvSpPr>
        <p:spPr>
          <a:xfrm>
            <a:off x="4585533" y="6606021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Assign_Op</a:t>
            </a:r>
            <a:r>
              <a:rPr lang="en-US" sz="1000" dirty="0"/>
              <a:t>)</a:t>
            </a:r>
          </a:p>
        </p:txBody>
      </p:sp>
      <p:sp>
        <p:nvSpPr>
          <p:cNvPr id="442" name="Flowchart: Connector 441">
            <a:extLst>
              <a:ext uri="{FF2B5EF4-FFF2-40B4-BE49-F238E27FC236}">
                <a16:creationId xmlns:a16="http://schemas.microsoft.com/office/drawing/2014/main" id="{8B9D7E2F-01EA-30F1-D75E-4CAEEE061587}"/>
              </a:ext>
            </a:extLst>
          </p:cNvPr>
          <p:cNvSpPr/>
          <p:nvPr/>
        </p:nvSpPr>
        <p:spPr>
          <a:xfrm>
            <a:off x="3629124" y="4156417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43" name="Flowchart: Connector 442">
            <a:extLst>
              <a:ext uri="{FF2B5EF4-FFF2-40B4-BE49-F238E27FC236}">
                <a16:creationId xmlns:a16="http://schemas.microsoft.com/office/drawing/2014/main" id="{E6E6311C-49C8-584D-5BE6-B51E5BBE1325}"/>
              </a:ext>
            </a:extLst>
          </p:cNvPr>
          <p:cNvSpPr/>
          <p:nvPr/>
        </p:nvSpPr>
        <p:spPr>
          <a:xfrm>
            <a:off x="4428089" y="4426707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4" name="Flowchart: Connector 443">
            <a:extLst>
              <a:ext uri="{FF2B5EF4-FFF2-40B4-BE49-F238E27FC236}">
                <a16:creationId xmlns:a16="http://schemas.microsoft.com/office/drawing/2014/main" id="{835B7F3C-EB5D-667D-DB08-1C1654F8A776}"/>
              </a:ext>
            </a:extLst>
          </p:cNvPr>
          <p:cNvSpPr/>
          <p:nvPr/>
        </p:nvSpPr>
        <p:spPr>
          <a:xfrm>
            <a:off x="4490406" y="4496091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F763704-E820-14C2-7612-CD85AA3A24E3}"/>
              </a:ext>
            </a:extLst>
          </p:cNvPr>
          <p:cNvCxnSpPr>
            <a:cxnSpLocks/>
            <a:stCxn id="442" idx="6"/>
            <a:endCxn id="443" idx="1"/>
          </p:cNvCxnSpPr>
          <p:nvPr/>
        </p:nvCxnSpPr>
        <p:spPr>
          <a:xfrm>
            <a:off x="4086324" y="4385017"/>
            <a:ext cx="408720" cy="108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Flowchart: Connector 445">
            <a:extLst>
              <a:ext uri="{FF2B5EF4-FFF2-40B4-BE49-F238E27FC236}">
                <a16:creationId xmlns:a16="http://schemas.microsoft.com/office/drawing/2014/main" id="{EA821F65-BFB8-CEAD-94DB-EBA0289BB10A}"/>
              </a:ext>
            </a:extLst>
          </p:cNvPr>
          <p:cNvSpPr/>
          <p:nvPr/>
        </p:nvSpPr>
        <p:spPr>
          <a:xfrm>
            <a:off x="4011599" y="480495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7" name="Flowchart: Connector 446">
            <a:extLst>
              <a:ext uri="{FF2B5EF4-FFF2-40B4-BE49-F238E27FC236}">
                <a16:creationId xmlns:a16="http://schemas.microsoft.com/office/drawing/2014/main" id="{1EEE00E5-4018-0A32-3C6D-38271D4AA63A}"/>
              </a:ext>
            </a:extLst>
          </p:cNvPr>
          <p:cNvSpPr/>
          <p:nvPr/>
        </p:nvSpPr>
        <p:spPr>
          <a:xfrm>
            <a:off x="4073916" y="4874338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9CBBBD04-81AA-580F-5807-75370AE5EF7D}"/>
              </a:ext>
            </a:extLst>
          </p:cNvPr>
          <p:cNvCxnSpPr>
            <a:stCxn id="442" idx="4"/>
            <a:endCxn id="446" idx="0"/>
          </p:cNvCxnSpPr>
          <p:nvPr/>
        </p:nvCxnSpPr>
        <p:spPr>
          <a:xfrm>
            <a:off x="3857724" y="4613617"/>
            <a:ext cx="382475" cy="19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D3115878-082D-9C15-AB91-E89BFAE2E57B}"/>
              </a:ext>
            </a:extLst>
          </p:cNvPr>
          <p:cNvSpPr txBox="1"/>
          <p:nvPr/>
        </p:nvSpPr>
        <p:spPr>
          <a:xfrm>
            <a:off x="4473395" y="44643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AAC15830-7B78-E64B-2936-307DA75A0975}"/>
              </a:ext>
            </a:extLst>
          </p:cNvPr>
          <p:cNvSpPr txBox="1"/>
          <p:nvPr/>
        </p:nvSpPr>
        <p:spPr>
          <a:xfrm>
            <a:off x="3642388" y="419278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FC20EDEF-1C1B-E134-0CEA-6B5549EB8506}"/>
              </a:ext>
            </a:extLst>
          </p:cNvPr>
          <p:cNvSpPr txBox="1"/>
          <p:nvPr/>
        </p:nvSpPr>
        <p:spPr>
          <a:xfrm>
            <a:off x="4053840" y="485461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39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F650FC7F-ECBE-08A4-FAB2-5C2DB035F833}"/>
              </a:ext>
            </a:extLst>
          </p:cNvPr>
          <p:cNvSpPr txBox="1"/>
          <p:nvPr/>
        </p:nvSpPr>
        <p:spPr>
          <a:xfrm>
            <a:off x="4123534" y="3927767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!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E668EE00-E2A2-1BE3-0756-3FB99004E216}"/>
              </a:ext>
            </a:extLst>
          </p:cNvPr>
          <p:cNvSpPr txBox="1"/>
          <p:nvPr/>
        </p:nvSpPr>
        <p:spPr>
          <a:xfrm>
            <a:off x="4096138" y="4366014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</a:t>
            </a: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06F0CF48-6652-2667-06BA-0DEB3C994762}"/>
              </a:ext>
            </a:extLst>
          </p:cNvPr>
          <p:cNvCxnSpPr>
            <a:cxnSpLocks/>
          </p:cNvCxnSpPr>
          <p:nvPr/>
        </p:nvCxnSpPr>
        <p:spPr>
          <a:xfrm>
            <a:off x="5277293" y="1778255"/>
            <a:ext cx="0" cy="22426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A2EB4FB7-A675-041D-350A-3142CD1FD331}"/>
              </a:ext>
            </a:extLst>
          </p:cNvPr>
          <p:cNvCxnSpPr>
            <a:cxnSpLocks/>
            <a:endCxn id="442" idx="7"/>
          </p:cNvCxnSpPr>
          <p:nvPr/>
        </p:nvCxnSpPr>
        <p:spPr>
          <a:xfrm flipH="1">
            <a:off x="4019369" y="4000500"/>
            <a:ext cx="1289231" cy="222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E305C863-E088-34C5-7402-E872F91C891E}"/>
              </a:ext>
            </a:extLst>
          </p:cNvPr>
          <p:cNvSpPr txBox="1"/>
          <p:nvPr/>
        </p:nvSpPr>
        <p:spPr>
          <a:xfrm>
            <a:off x="3663233" y="463733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ECC1A9BB-F726-E3F0-6A9A-9783EF26AE2E}"/>
              </a:ext>
            </a:extLst>
          </p:cNvPr>
          <p:cNvSpPr txBox="1"/>
          <p:nvPr/>
        </p:nvSpPr>
        <p:spPr>
          <a:xfrm>
            <a:off x="4424452" y="4920225"/>
            <a:ext cx="7986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return(Not)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249D15DD-956F-C443-5341-C597FBB47037}"/>
              </a:ext>
            </a:extLst>
          </p:cNvPr>
          <p:cNvSpPr txBox="1"/>
          <p:nvPr/>
        </p:nvSpPr>
        <p:spPr>
          <a:xfrm>
            <a:off x="4182411" y="4226019"/>
            <a:ext cx="1175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Not_Equal</a:t>
            </a:r>
            <a:r>
              <a:rPr lang="en-US" sz="1000" dirty="0"/>
              <a:t>)</a:t>
            </a:r>
          </a:p>
        </p:txBody>
      </p:sp>
      <p:sp>
        <p:nvSpPr>
          <p:cNvPr id="464" name="Flowchart: Connector 463">
            <a:extLst>
              <a:ext uri="{FF2B5EF4-FFF2-40B4-BE49-F238E27FC236}">
                <a16:creationId xmlns:a16="http://schemas.microsoft.com/office/drawing/2014/main" id="{6D70DAFA-9C6A-56FC-EBEC-B496AB723D4A}"/>
              </a:ext>
            </a:extLst>
          </p:cNvPr>
          <p:cNvSpPr/>
          <p:nvPr/>
        </p:nvSpPr>
        <p:spPr>
          <a:xfrm>
            <a:off x="2870554" y="4354687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65" name="Flowchart: Connector 464">
            <a:extLst>
              <a:ext uri="{FF2B5EF4-FFF2-40B4-BE49-F238E27FC236}">
                <a16:creationId xmlns:a16="http://schemas.microsoft.com/office/drawing/2014/main" id="{6D1C705F-0A32-CE4E-8097-B64E34DB135C}"/>
              </a:ext>
            </a:extLst>
          </p:cNvPr>
          <p:cNvSpPr/>
          <p:nvPr/>
        </p:nvSpPr>
        <p:spPr>
          <a:xfrm>
            <a:off x="3137858" y="500922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66" name="Flowchart: Connector 465">
            <a:extLst>
              <a:ext uri="{FF2B5EF4-FFF2-40B4-BE49-F238E27FC236}">
                <a16:creationId xmlns:a16="http://schemas.microsoft.com/office/drawing/2014/main" id="{C0A3978D-3A68-ABE8-4DA0-D5845D71A087}"/>
              </a:ext>
            </a:extLst>
          </p:cNvPr>
          <p:cNvSpPr/>
          <p:nvPr/>
        </p:nvSpPr>
        <p:spPr>
          <a:xfrm>
            <a:off x="3200175" y="5078607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4439BB68-A6A2-2662-D433-8BA3D6BAD26F}"/>
              </a:ext>
            </a:extLst>
          </p:cNvPr>
          <p:cNvCxnSpPr>
            <a:cxnSpLocks/>
            <a:stCxn id="464" idx="4"/>
            <a:endCxn id="465" idx="1"/>
          </p:cNvCxnSpPr>
          <p:nvPr/>
        </p:nvCxnSpPr>
        <p:spPr>
          <a:xfrm>
            <a:off x="3099154" y="4811887"/>
            <a:ext cx="105659" cy="2642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TextBox 470">
            <a:extLst>
              <a:ext uri="{FF2B5EF4-FFF2-40B4-BE49-F238E27FC236}">
                <a16:creationId xmlns:a16="http://schemas.microsoft.com/office/drawing/2014/main" id="{273298C5-EBE5-DDBD-EE66-D06D42B2498F}"/>
              </a:ext>
            </a:extLst>
          </p:cNvPr>
          <p:cNvSpPr txBox="1"/>
          <p:nvPr/>
        </p:nvSpPr>
        <p:spPr>
          <a:xfrm>
            <a:off x="3183164" y="504688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AA0F3CE1-43EB-A528-3DCF-F40679F71DA4}"/>
              </a:ext>
            </a:extLst>
          </p:cNvPr>
          <p:cNvSpPr txBox="1"/>
          <p:nvPr/>
        </p:nvSpPr>
        <p:spPr>
          <a:xfrm>
            <a:off x="2905083" y="440168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E619CC34-DE15-2769-ED18-084D20F645CC}"/>
              </a:ext>
            </a:extLst>
          </p:cNvPr>
          <p:cNvSpPr txBox="1"/>
          <p:nvPr/>
        </p:nvSpPr>
        <p:spPr>
          <a:xfrm>
            <a:off x="3087376" y="399008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&amp;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BA817343-9194-D358-3E0E-FB56CD947B32}"/>
              </a:ext>
            </a:extLst>
          </p:cNvPr>
          <p:cNvSpPr txBox="1"/>
          <p:nvPr/>
        </p:nvSpPr>
        <p:spPr>
          <a:xfrm>
            <a:off x="3087376" y="4723054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&amp;</a:t>
            </a:r>
          </a:p>
        </p:txBody>
      </p: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86C13021-79CA-BCD3-5A9D-23500FB3E576}"/>
              </a:ext>
            </a:extLst>
          </p:cNvPr>
          <p:cNvCxnSpPr>
            <a:cxnSpLocks/>
          </p:cNvCxnSpPr>
          <p:nvPr/>
        </p:nvCxnSpPr>
        <p:spPr>
          <a:xfrm flipH="1">
            <a:off x="5159553" y="1743500"/>
            <a:ext cx="82759" cy="1828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Arrow Connector 491">
            <a:extLst>
              <a:ext uri="{FF2B5EF4-FFF2-40B4-BE49-F238E27FC236}">
                <a16:creationId xmlns:a16="http://schemas.microsoft.com/office/drawing/2014/main" id="{6FE44F66-1D4A-111A-2421-07814D4696E8}"/>
              </a:ext>
            </a:extLst>
          </p:cNvPr>
          <p:cNvCxnSpPr>
            <a:cxnSpLocks/>
            <a:endCxn id="464" idx="0"/>
          </p:cNvCxnSpPr>
          <p:nvPr/>
        </p:nvCxnSpPr>
        <p:spPr>
          <a:xfrm flipH="1">
            <a:off x="3099154" y="3566108"/>
            <a:ext cx="2051427" cy="7885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TextBox 492">
            <a:extLst>
              <a:ext uri="{FF2B5EF4-FFF2-40B4-BE49-F238E27FC236}">
                <a16:creationId xmlns:a16="http://schemas.microsoft.com/office/drawing/2014/main" id="{9901F817-D4E4-6044-CB40-7359E94058B8}"/>
              </a:ext>
            </a:extLst>
          </p:cNvPr>
          <p:cNvSpPr txBox="1"/>
          <p:nvPr/>
        </p:nvSpPr>
        <p:spPr>
          <a:xfrm>
            <a:off x="2805439" y="5426296"/>
            <a:ext cx="12715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Logical_And</a:t>
            </a:r>
            <a:r>
              <a:rPr lang="en-US" sz="1000" dirty="0"/>
              <a:t>)</a:t>
            </a:r>
          </a:p>
        </p:txBody>
      </p: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30E3F9F5-BBE1-211C-A42D-04F7B1E4E5AD}"/>
              </a:ext>
            </a:extLst>
          </p:cNvPr>
          <p:cNvCxnSpPr>
            <a:cxnSpLocks/>
          </p:cNvCxnSpPr>
          <p:nvPr/>
        </p:nvCxnSpPr>
        <p:spPr>
          <a:xfrm flipH="1">
            <a:off x="5103496" y="1683919"/>
            <a:ext cx="82759" cy="1828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0A956A59-A8A7-1730-CCDB-054724D1C285}"/>
              </a:ext>
            </a:extLst>
          </p:cNvPr>
          <p:cNvCxnSpPr>
            <a:cxnSpLocks/>
            <a:endCxn id="417" idx="0"/>
          </p:cNvCxnSpPr>
          <p:nvPr/>
        </p:nvCxnSpPr>
        <p:spPr>
          <a:xfrm flipH="1">
            <a:off x="2519118" y="3512835"/>
            <a:ext cx="2587272" cy="649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5" name="TextBox 514">
            <a:extLst>
              <a:ext uri="{FF2B5EF4-FFF2-40B4-BE49-F238E27FC236}">
                <a16:creationId xmlns:a16="http://schemas.microsoft.com/office/drawing/2014/main" id="{666DD522-1044-2330-A9CF-CFCB94510E48}"/>
              </a:ext>
            </a:extLst>
          </p:cNvPr>
          <p:cNvSpPr txBox="1"/>
          <p:nvPr/>
        </p:nvSpPr>
        <p:spPr>
          <a:xfrm>
            <a:off x="2520714" y="4588371"/>
            <a:ext cx="240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|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E517361F-DFBB-9B2D-72D0-F3245A2066AD}"/>
              </a:ext>
            </a:extLst>
          </p:cNvPr>
          <p:cNvSpPr txBox="1"/>
          <p:nvPr/>
        </p:nvSpPr>
        <p:spPr>
          <a:xfrm>
            <a:off x="1751609" y="5530057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Logical_Or</a:t>
            </a:r>
            <a:r>
              <a:rPr lang="en-US" sz="1000" dirty="0"/>
              <a:t>)</a:t>
            </a:r>
          </a:p>
        </p:txBody>
      </p:sp>
      <p:sp>
        <p:nvSpPr>
          <p:cNvPr id="517" name="Flowchart: Connector 516">
            <a:extLst>
              <a:ext uri="{FF2B5EF4-FFF2-40B4-BE49-F238E27FC236}">
                <a16:creationId xmlns:a16="http://schemas.microsoft.com/office/drawing/2014/main" id="{F972CA50-413C-3D45-7721-26DFE4A5B2D9}"/>
              </a:ext>
            </a:extLst>
          </p:cNvPr>
          <p:cNvSpPr/>
          <p:nvPr/>
        </p:nvSpPr>
        <p:spPr>
          <a:xfrm>
            <a:off x="4489785" y="9659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8" name="Flowchart: Connector 517">
            <a:extLst>
              <a:ext uri="{FF2B5EF4-FFF2-40B4-BE49-F238E27FC236}">
                <a16:creationId xmlns:a16="http://schemas.microsoft.com/office/drawing/2014/main" id="{8166889A-A149-E5BA-FE11-74867335D339}"/>
              </a:ext>
            </a:extLst>
          </p:cNvPr>
          <p:cNvSpPr/>
          <p:nvPr/>
        </p:nvSpPr>
        <p:spPr>
          <a:xfrm>
            <a:off x="4552102" y="165977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00389263-B1C9-FA8B-4D60-B8F8E7CB9458}"/>
              </a:ext>
            </a:extLst>
          </p:cNvPr>
          <p:cNvSpPr txBox="1"/>
          <p:nvPr/>
        </p:nvSpPr>
        <p:spPr>
          <a:xfrm>
            <a:off x="4535091" y="13425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</a:t>
            </a:r>
          </a:p>
        </p:txBody>
      </p:sp>
      <p:sp>
        <p:nvSpPr>
          <p:cNvPr id="520" name="Flowchart: Connector 519">
            <a:extLst>
              <a:ext uri="{FF2B5EF4-FFF2-40B4-BE49-F238E27FC236}">
                <a16:creationId xmlns:a16="http://schemas.microsoft.com/office/drawing/2014/main" id="{D45A2711-DF11-855A-F962-757A2B0C4164}"/>
              </a:ext>
            </a:extLst>
          </p:cNvPr>
          <p:cNvSpPr/>
          <p:nvPr/>
        </p:nvSpPr>
        <p:spPr>
          <a:xfrm>
            <a:off x="5361590" y="13632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1" name="Flowchart: Connector 520">
            <a:extLst>
              <a:ext uri="{FF2B5EF4-FFF2-40B4-BE49-F238E27FC236}">
                <a16:creationId xmlns:a16="http://schemas.microsoft.com/office/drawing/2014/main" id="{F7404B10-F69F-D5E8-CBCE-7775509C3CC0}"/>
              </a:ext>
            </a:extLst>
          </p:cNvPr>
          <p:cNvSpPr/>
          <p:nvPr/>
        </p:nvSpPr>
        <p:spPr>
          <a:xfrm>
            <a:off x="5423907" y="205709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0ED6911E-AFC9-C348-AB63-57A19518B4EA}"/>
              </a:ext>
            </a:extLst>
          </p:cNvPr>
          <p:cNvSpPr txBox="1"/>
          <p:nvPr/>
        </p:nvSpPr>
        <p:spPr>
          <a:xfrm>
            <a:off x="5406896" y="17398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44</a:t>
            </a:r>
          </a:p>
        </p:txBody>
      </p:sp>
      <p:sp>
        <p:nvSpPr>
          <p:cNvPr id="526" name="Flowchart: Connector 525">
            <a:extLst>
              <a:ext uri="{FF2B5EF4-FFF2-40B4-BE49-F238E27FC236}">
                <a16:creationId xmlns:a16="http://schemas.microsoft.com/office/drawing/2014/main" id="{DE3A29F1-E402-1049-1B45-D56CF5122E0D}"/>
              </a:ext>
            </a:extLst>
          </p:cNvPr>
          <p:cNvSpPr/>
          <p:nvPr/>
        </p:nvSpPr>
        <p:spPr>
          <a:xfrm>
            <a:off x="3822919" y="14680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7" name="Flowchart: Connector 526">
            <a:extLst>
              <a:ext uri="{FF2B5EF4-FFF2-40B4-BE49-F238E27FC236}">
                <a16:creationId xmlns:a16="http://schemas.microsoft.com/office/drawing/2014/main" id="{FE7956D1-7732-43E2-E0AA-65C9C64E8642}"/>
              </a:ext>
            </a:extLst>
          </p:cNvPr>
          <p:cNvSpPr/>
          <p:nvPr/>
        </p:nvSpPr>
        <p:spPr>
          <a:xfrm>
            <a:off x="3885236" y="216184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E9EF5A2F-F362-9639-BD30-5C63C8A7A2DE}"/>
              </a:ext>
            </a:extLst>
          </p:cNvPr>
          <p:cNvSpPr txBox="1"/>
          <p:nvPr/>
        </p:nvSpPr>
        <p:spPr>
          <a:xfrm>
            <a:off x="3868225" y="18446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</a:t>
            </a:r>
          </a:p>
        </p:txBody>
      </p:sp>
      <p:sp>
        <p:nvSpPr>
          <p:cNvPr id="532" name="Flowchart: Connector 531">
            <a:extLst>
              <a:ext uri="{FF2B5EF4-FFF2-40B4-BE49-F238E27FC236}">
                <a16:creationId xmlns:a16="http://schemas.microsoft.com/office/drawing/2014/main" id="{A721C189-95CD-7C6D-7509-DB62B089AA7B}"/>
              </a:ext>
            </a:extLst>
          </p:cNvPr>
          <p:cNvSpPr/>
          <p:nvPr/>
        </p:nvSpPr>
        <p:spPr>
          <a:xfrm>
            <a:off x="3038063" y="9413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Flowchart: Connector 532">
            <a:extLst>
              <a:ext uri="{FF2B5EF4-FFF2-40B4-BE49-F238E27FC236}">
                <a16:creationId xmlns:a16="http://schemas.microsoft.com/office/drawing/2014/main" id="{534AEC2E-5769-94D2-AF1F-1036110BF30B}"/>
              </a:ext>
            </a:extLst>
          </p:cNvPr>
          <p:cNvSpPr/>
          <p:nvPr/>
        </p:nvSpPr>
        <p:spPr>
          <a:xfrm>
            <a:off x="3100380" y="163522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4F3C7442-5F28-DB07-CAF4-0939FE71E4D6}"/>
              </a:ext>
            </a:extLst>
          </p:cNvPr>
          <p:cNvSpPr txBox="1"/>
          <p:nvPr/>
        </p:nvSpPr>
        <p:spPr>
          <a:xfrm>
            <a:off x="3083369" y="13179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47</a:t>
            </a:r>
          </a:p>
        </p:txBody>
      </p:sp>
      <p:sp>
        <p:nvSpPr>
          <p:cNvPr id="535" name="Flowchart: Connector 534">
            <a:extLst>
              <a:ext uri="{FF2B5EF4-FFF2-40B4-BE49-F238E27FC236}">
                <a16:creationId xmlns:a16="http://schemas.microsoft.com/office/drawing/2014/main" id="{4F3E059C-E5A3-5714-62FB-04F748C324C1}"/>
              </a:ext>
            </a:extLst>
          </p:cNvPr>
          <p:cNvSpPr/>
          <p:nvPr/>
        </p:nvSpPr>
        <p:spPr>
          <a:xfrm>
            <a:off x="2320030" y="7504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6" name="Flowchart: Connector 535">
            <a:extLst>
              <a:ext uri="{FF2B5EF4-FFF2-40B4-BE49-F238E27FC236}">
                <a16:creationId xmlns:a16="http://schemas.microsoft.com/office/drawing/2014/main" id="{67929630-83AA-32AE-8082-0D6F768D8775}"/>
              </a:ext>
            </a:extLst>
          </p:cNvPr>
          <p:cNvSpPr/>
          <p:nvPr/>
        </p:nvSpPr>
        <p:spPr>
          <a:xfrm>
            <a:off x="2382347" y="144430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955CC3CF-D10F-644F-F833-00A1C9F92D2A}"/>
              </a:ext>
            </a:extLst>
          </p:cNvPr>
          <p:cNvSpPr txBox="1"/>
          <p:nvPr/>
        </p:nvSpPr>
        <p:spPr>
          <a:xfrm>
            <a:off x="2365336" y="11270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</a:t>
            </a:r>
          </a:p>
        </p:txBody>
      </p:sp>
      <p:sp>
        <p:nvSpPr>
          <p:cNvPr id="538" name="Flowchart: Connector 537">
            <a:extLst>
              <a:ext uri="{FF2B5EF4-FFF2-40B4-BE49-F238E27FC236}">
                <a16:creationId xmlns:a16="http://schemas.microsoft.com/office/drawing/2014/main" id="{EC9EFC2D-5BCF-3C1B-78F2-4E2C37223382}"/>
              </a:ext>
            </a:extLst>
          </p:cNvPr>
          <p:cNvSpPr/>
          <p:nvPr/>
        </p:nvSpPr>
        <p:spPr>
          <a:xfrm>
            <a:off x="1673230" y="297857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9" name="Flowchart: Connector 538">
            <a:extLst>
              <a:ext uri="{FF2B5EF4-FFF2-40B4-BE49-F238E27FC236}">
                <a16:creationId xmlns:a16="http://schemas.microsoft.com/office/drawing/2014/main" id="{4DCD5182-9EC4-C0F8-CCFA-2E34DCF5B5C2}"/>
              </a:ext>
            </a:extLst>
          </p:cNvPr>
          <p:cNvSpPr/>
          <p:nvPr/>
        </p:nvSpPr>
        <p:spPr>
          <a:xfrm>
            <a:off x="1735547" y="367241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1416BFD6-8D06-AB89-496F-D3AC1A78A880}"/>
              </a:ext>
            </a:extLst>
          </p:cNvPr>
          <p:cNvSpPr txBox="1"/>
          <p:nvPr/>
        </p:nvSpPr>
        <p:spPr>
          <a:xfrm>
            <a:off x="1718536" y="33551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49</a:t>
            </a:r>
          </a:p>
        </p:txBody>
      </p:sp>
      <p:sp>
        <p:nvSpPr>
          <p:cNvPr id="541" name="Flowchart: Connector 540">
            <a:extLst>
              <a:ext uri="{FF2B5EF4-FFF2-40B4-BE49-F238E27FC236}">
                <a16:creationId xmlns:a16="http://schemas.microsoft.com/office/drawing/2014/main" id="{C04E51A3-7EC7-C7AB-72E9-A8BD278E7C3E}"/>
              </a:ext>
            </a:extLst>
          </p:cNvPr>
          <p:cNvSpPr/>
          <p:nvPr/>
        </p:nvSpPr>
        <p:spPr>
          <a:xfrm>
            <a:off x="1318710" y="70600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2" name="Flowchart: Connector 541">
            <a:extLst>
              <a:ext uri="{FF2B5EF4-FFF2-40B4-BE49-F238E27FC236}">
                <a16:creationId xmlns:a16="http://schemas.microsoft.com/office/drawing/2014/main" id="{4F118691-BA63-2AE6-C425-FE583B2F3770}"/>
              </a:ext>
            </a:extLst>
          </p:cNvPr>
          <p:cNvSpPr/>
          <p:nvPr/>
        </p:nvSpPr>
        <p:spPr>
          <a:xfrm>
            <a:off x="1381027" y="775385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989C62FE-D8CA-9541-995D-E445F4453725}"/>
              </a:ext>
            </a:extLst>
          </p:cNvPr>
          <p:cNvSpPr txBox="1"/>
          <p:nvPr/>
        </p:nvSpPr>
        <p:spPr>
          <a:xfrm>
            <a:off x="1331546" y="74351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544" name="Flowchart: Connector 543">
            <a:extLst>
              <a:ext uri="{FF2B5EF4-FFF2-40B4-BE49-F238E27FC236}">
                <a16:creationId xmlns:a16="http://schemas.microsoft.com/office/drawing/2014/main" id="{759FF01D-2509-FF2F-183D-871DDACDBBB7}"/>
              </a:ext>
            </a:extLst>
          </p:cNvPr>
          <p:cNvSpPr/>
          <p:nvPr/>
        </p:nvSpPr>
        <p:spPr>
          <a:xfrm>
            <a:off x="1364315" y="181492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5" name="Flowchart: Connector 544">
            <a:extLst>
              <a:ext uri="{FF2B5EF4-FFF2-40B4-BE49-F238E27FC236}">
                <a16:creationId xmlns:a16="http://schemas.microsoft.com/office/drawing/2014/main" id="{BFE70F21-3743-454F-9FB6-D44B30F079C8}"/>
              </a:ext>
            </a:extLst>
          </p:cNvPr>
          <p:cNvSpPr/>
          <p:nvPr/>
        </p:nvSpPr>
        <p:spPr>
          <a:xfrm>
            <a:off x="1426632" y="1884310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9D1BF253-6940-ABFD-FD90-C0B26BF5B4B6}"/>
              </a:ext>
            </a:extLst>
          </p:cNvPr>
          <p:cNvSpPr txBox="1"/>
          <p:nvPr/>
        </p:nvSpPr>
        <p:spPr>
          <a:xfrm>
            <a:off x="1409621" y="185258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52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F277414F-E31E-CCD3-5382-4A0C35696557}"/>
              </a:ext>
            </a:extLst>
          </p:cNvPr>
          <p:cNvSpPr txBox="1"/>
          <p:nvPr/>
        </p:nvSpPr>
        <p:spPr>
          <a:xfrm>
            <a:off x="4266796" y="-77674"/>
            <a:ext cx="10422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return(Comma)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C47EE16F-4DCD-3B1C-1AF2-23692E352415}"/>
              </a:ext>
            </a:extLst>
          </p:cNvPr>
          <p:cNvSpPr txBox="1"/>
          <p:nvPr/>
        </p:nvSpPr>
        <p:spPr>
          <a:xfrm>
            <a:off x="5227473" y="-63250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Semi_Colon</a:t>
            </a:r>
            <a:r>
              <a:rPr lang="en-US" sz="1000" dirty="0"/>
              <a:t>)</a:t>
            </a:r>
          </a:p>
        </p:txBody>
      </p: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FF599824-D88C-2FB9-0C69-8DC0871BB54F}"/>
              </a:ext>
            </a:extLst>
          </p:cNvPr>
          <p:cNvCxnSpPr>
            <a:cxnSpLocks/>
          </p:cNvCxnSpPr>
          <p:nvPr/>
        </p:nvCxnSpPr>
        <p:spPr>
          <a:xfrm>
            <a:off x="5336518" y="626492"/>
            <a:ext cx="42401" cy="745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Arrow Connector 554">
            <a:extLst>
              <a:ext uri="{FF2B5EF4-FFF2-40B4-BE49-F238E27FC236}">
                <a16:creationId xmlns:a16="http://schemas.microsoft.com/office/drawing/2014/main" id="{F8A07098-B295-0A5A-B4BA-902CFEC0F73E}"/>
              </a:ext>
            </a:extLst>
          </p:cNvPr>
          <p:cNvCxnSpPr>
            <a:cxnSpLocks/>
          </p:cNvCxnSpPr>
          <p:nvPr/>
        </p:nvCxnSpPr>
        <p:spPr>
          <a:xfrm flipV="1">
            <a:off x="5328276" y="530062"/>
            <a:ext cx="101191" cy="1121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C07A80F5-1DA6-62B9-45A1-C7F047FE067D}"/>
              </a:ext>
            </a:extLst>
          </p:cNvPr>
          <p:cNvSpPr txBox="1"/>
          <p:nvPr/>
        </p:nvSpPr>
        <p:spPr>
          <a:xfrm>
            <a:off x="5213133" y="259605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;</a:t>
            </a:r>
          </a:p>
        </p:txBody>
      </p: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164AEED7-6F40-B39C-9B3A-4DF2247FC659}"/>
              </a:ext>
            </a:extLst>
          </p:cNvPr>
          <p:cNvCxnSpPr>
            <a:cxnSpLocks/>
          </p:cNvCxnSpPr>
          <p:nvPr/>
        </p:nvCxnSpPr>
        <p:spPr>
          <a:xfrm>
            <a:off x="5247221" y="484486"/>
            <a:ext cx="92922" cy="882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Arrow Connector 562">
            <a:extLst>
              <a:ext uri="{FF2B5EF4-FFF2-40B4-BE49-F238E27FC236}">
                <a16:creationId xmlns:a16="http://schemas.microsoft.com/office/drawing/2014/main" id="{4AB0B636-F8AB-1105-055E-DEEF67DC5218}"/>
              </a:ext>
            </a:extLst>
          </p:cNvPr>
          <p:cNvCxnSpPr>
            <a:cxnSpLocks/>
            <a:endCxn id="519" idx="3"/>
          </p:cNvCxnSpPr>
          <p:nvPr/>
        </p:nvCxnSpPr>
        <p:spPr>
          <a:xfrm flipH="1" flipV="1">
            <a:off x="4966619" y="318920"/>
            <a:ext cx="279287" cy="183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>
            <a:extLst>
              <a:ext uri="{FF2B5EF4-FFF2-40B4-BE49-F238E27FC236}">
                <a16:creationId xmlns:a16="http://schemas.microsoft.com/office/drawing/2014/main" id="{2F3FF4DD-DC0E-1A70-15FA-35DBF6DC0A16}"/>
              </a:ext>
            </a:extLst>
          </p:cNvPr>
          <p:cNvSpPr txBox="1"/>
          <p:nvPr/>
        </p:nvSpPr>
        <p:spPr>
          <a:xfrm>
            <a:off x="4898674" y="23776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,</a:t>
            </a: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2D0D7695-689F-F962-9267-B8E56C910F8F}"/>
              </a:ext>
            </a:extLst>
          </p:cNvPr>
          <p:cNvCxnSpPr>
            <a:cxnSpLocks/>
          </p:cNvCxnSpPr>
          <p:nvPr/>
        </p:nvCxnSpPr>
        <p:spPr>
          <a:xfrm flipH="1" flipV="1">
            <a:off x="5086884" y="625731"/>
            <a:ext cx="227276" cy="7567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Arrow Connector 573">
            <a:extLst>
              <a:ext uri="{FF2B5EF4-FFF2-40B4-BE49-F238E27FC236}">
                <a16:creationId xmlns:a16="http://schemas.microsoft.com/office/drawing/2014/main" id="{93221C72-1424-49D4-FF51-9500F6508D06}"/>
              </a:ext>
            </a:extLst>
          </p:cNvPr>
          <p:cNvCxnSpPr>
            <a:cxnSpLocks/>
          </p:cNvCxnSpPr>
          <p:nvPr/>
        </p:nvCxnSpPr>
        <p:spPr>
          <a:xfrm flipH="1" flipV="1">
            <a:off x="4231763" y="484486"/>
            <a:ext cx="877507" cy="157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>
            <a:extLst>
              <a:ext uri="{FF2B5EF4-FFF2-40B4-BE49-F238E27FC236}">
                <a16:creationId xmlns:a16="http://schemas.microsoft.com/office/drawing/2014/main" id="{3DDBBF56-4A52-9B6E-F8BD-A37BC5EBAB74}"/>
              </a:ext>
            </a:extLst>
          </p:cNvPr>
          <p:cNvSpPr txBox="1"/>
          <p:nvPr/>
        </p:nvSpPr>
        <p:spPr>
          <a:xfrm>
            <a:off x="3574534" y="-52597"/>
            <a:ext cx="7970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return(Dot)</a:t>
            </a:r>
          </a:p>
        </p:txBody>
      </p:sp>
      <p:sp>
        <p:nvSpPr>
          <p:cNvPr id="577" name="TextBox 576">
            <a:extLst>
              <a:ext uri="{FF2B5EF4-FFF2-40B4-BE49-F238E27FC236}">
                <a16:creationId xmlns:a16="http://schemas.microsoft.com/office/drawing/2014/main" id="{D3649D3D-0E95-FDA7-D05F-A02EC2D58848}"/>
              </a:ext>
            </a:extLst>
          </p:cNvPr>
          <p:cNvSpPr txBox="1"/>
          <p:nvPr/>
        </p:nvSpPr>
        <p:spPr>
          <a:xfrm>
            <a:off x="4249853" y="365912"/>
            <a:ext cx="564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.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4C7CE9C-B456-B90D-F631-F8168763733D}"/>
              </a:ext>
            </a:extLst>
          </p:cNvPr>
          <p:cNvSpPr txBox="1"/>
          <p:nvPr/>
        </p:nvSpPr>
        <p:spPr>
          <a:xfrm>
            <a:off x="2520714" y="472943"/>
            <a:ext cx="209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}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0D383BEC-8D31-660F-EAD9-1AD555A51473}"/>
              </a:ext>
            </a:extLst>
          </p:cNvPr>
          <p:cNvSpPr txBox="1"/>
          <p:nvPr/>
        </p:nvSpPr>
        <p:spPr>
          <a:xfrm>
            <a:off x="3145332" y="488332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{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F3CB42FB-1940-1C4C-7AEA-C2A7FC331808}"/>
              </a:ext>
            </a:extLst>
          </p:cNvPr>
          <p:cNvSpPr txBox="1"/>
          <p:nvPr/>
        </p:nvSpPr>
        <p:spPr>
          <a:xfrm>
            <a:off x="1647928" y="1028692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)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0FEF528-890C-7D79-B7D3-3187649CD3D6}"/>
              </a:ext>
            </a:extLst>
          </p:cNvPr>
          <p:cNvSpPr txBox="1"/>
          <p:nvPr/>
        </p:nvSpPr>
        <p:spPr>
          <a:xfrm>
            <a:off x="2022740" y="616487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32524EE3-41EE-6C19-C7F9-85C4DEF917E3}"/>
              </a:ext>
            </a:extLst>
          </p:cNvPr>
          <p:cNvSpPr txBox="1"/>
          <p:nvPr/>
        </p:nvSpPr>
        <p:spPr>
          <a:xfrm>
            <a:off x="1821681" y="1831674"/>
            <a:ext cx="245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]</a:t>
            </a: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4B71349C-9D3C-6CB7-F6FE-D9A43950A803}"/>
              </a:ext>
            </a:extLst>
          </p:cNvPr>
          <p:cNvSpPr txBox="1"/>
          <p:nvPr/>
        </p:nvSpPr>
        <p:spPr>
          <a:xfrm>
            <a:off x="1509932" y="1349153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</a:t>
            </a:r>
          </a:p>
        </p:txBody>
      </p:sp>
      <p:sp>
        <p:nvSpPr>
          <p:cNvPr id="589" name="Flowchart: Connector 588">
            <a:extLst>
              <a:ext uri="{FF2B5EF4-FFF2-40B4-BE49-F238E27FC236}">
                <a16:creationId xmlns:a16="http://schemas.microsoft.com/office/drawing/2014/main" id="{DE1B70F8-BC3F-6C17-5F59-D252C3C56D4C}"/>
              </a:ext>
            </a:extLst>
          </p:cNvPr>
          <p:cNvSpPr/>
          <p:nvPr/>
        </p:nvSpPr>
        <p:spPr>
          <a:xfrm>
            <a:off x="1066334" y="130023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90" name="Flowchart: Connector 589">
            <a:extLst>
              <a:ext uri="{FF2B5EF4-FFF2-40B4-BE49-F238E27FC236}">
                <a16:creationId xmlns:a16="http://schemas.microsoft.com/office/drawing/2014/main" id="{00405A92-964B-084D-33A7-7569C02A9F75}"/>
              </a:ext>
            </a:extLst>
          </p:cNvPr>
          <p:cNvSpPr/>
          <p:nvPr/>
        </p:nvSpPr>
        <p:spPr>
          <a:xfrm>
            <a:off x="1128651" y="1369620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91" name="TextBox 590">
            <a:extLst>
              <a:ext uri="{FF2B5EF4-FFF2-40B4-BE49-F238E27FC236}">
                <a16:creationId xmlns:a16="http://schemas.microsoft.com/office/drawing/2014/main" id="{1F5C32F9-37F1-0EDA-B187-94FFA38A401F}"/>
              </a:ext>
            </a:extLst>
          </p:cNvPr>
          <p:cNvSpPr txBox="1"/>
          <p:nvPr/>
        </p:nvSpPr>
        <p:spPr>
          <a:xfrm>
            <a:off x="1111640" y="133789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51</a:t>
            </a:r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99572CB3-9D71-8548-9411-A042D9DDF535}"/>
              </a:ext>
            </a:extLst>
          </p:cNvPr>
          <p:cNvSpPr txBox="1"/>
          <p:nvPr/>
        </p:nvSpPr>
        <p:spPr>
          <a:xfrm>
            <a:off x="1287684" y="-46179"/>
            <a:ext cx="1233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Right_Curly</a:t>
            </a:r>
            <a:r>
              <a:rPr lang="en-US" sz="1000" dirty="0"/>
              <a:t>)</a:t>
            </a:r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6F1D9AA7-DAE8-899B-1E2A-E385620B8681}"/>
              </a:ext>
            </a:extLst>
          </p:cNvPr>
          <p:cNvSpPr txBox="1"/>
          <p:nvPr/>
        </p:nvSpPr>
        <p:spPr>
          <a:xfrm>
            <a:off x="2520714" y="-82699"/>
            <a:ext cx="1162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Left_Curly</a:t>
            </a:r>
            <a:r>
              <a:rPr lang="en-US" sz="1000" dirty="0"/>
              <a:t>)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BE4F2179-831C-8F82-C659-8B680100BCD5}"/>
              </a:ext>
            </a:extLst>
          </p:cNvPr>
          <p:cNvSpPr txBox="1"/>
          <p:nvPr/>
        </p:nvSpPr>
        <p:spPr>
          <a:xfrm>
            <a:off x="604716" y="23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Left_Paren</a:t>
            </a:r>
            <a:r>
              <a:rPr lang="en-US" sz="1000" dirty="0"/>
              <a:t>)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E699F19E-BC1F-2EF1-C51C-D7A5E71D7D4A}"/>
              </a:ext>
            </a:extLst>
          </p:cNvPr>
          <p:cNvSpPr txBox="1"/>
          <p:nvPr/>
        </p:nvSpPr>
        <p:spPr>
          <a:xfrm>
            <a:off x="154801" y="691655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Right_Paren</a:t>
            </a:r>
            <a:r>
              <a:rPr lang="en-US" sz="1000" dirty="0"/>
              <a:t>)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1CD4D41B-92E9-6EE9-0813-B48D6AAFB4C7}"/>
              </a:ext>
            </a:extLst>
          </p:cNvPr>
          <p:cNvSpPr txBox="1"/>
          <p:nvPr/>
        </p:nvSpPr>
        <p:spPr>
          <a:xfrm>
            <a:off x="-17535" y="1132561"/>
            <a:ext cx="1337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tLeft_Bracket</a:t>
            </a:r>
            <a:r>
              <a:rPr lang="en-US" sz="1000" dirty="0"/>
              <a:t>)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DD2F901E-F7AC-D7B1-5D2E-B595C6628DC3}"/>
              </a:ext>
            </a:extLst>
          </p:cNvPr>
          <p:cNvSpPr txBox="1"/>
          <p:nvPr/>
        </p:nvSpPr>
        <p:spPr>
          <a:xfrm>
            <a:off x="63923" y="1947251"/>
            <a:ext cx="1366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</a:t>
            </a:r>
            <a:r>
              <a:rPr lang="en-US" sz="1000" dirty="0" err="1"/>
              <a:t>Right_Bracket</a:t>
            </a:r>
            <a:r>
              <a:rPr lang="en-US" sz="1000" dirty="0"/>
              <a:t>)</a:t>
            </a:r>
          </a:p>
        </p:txBody>
      </p: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786DC2FA-1C58-9088-F0BC-526001498D0E}"/>
              </a:ext>
            </a:extLst>
          </p:cNvPr>
          <p:cNvCxnSpPr>
            <a:cxnSpLocks/>
          </p:cNvCxnSpPr>
          <p:nvPr/>
        </p:nvCxnSpPr>
        <p:spPr>
          <a:xfrm>
            <a:off x="5044836" y="826886"/>
            <a:ext cx="194355" cy="586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Arrow Connector 601">
            <a:extLst>
              <a:ext uri="{FF2B5EF4-FFF2-40B4-BE49-F238E27FC236}">
                <a16:creationId xmlns:a16="http://schemas.microsoft.com/office/drawing/2014/main" id="{0C36CD74-FEE8-74AB-8A06-99B26D20451C}"/>
              </a:ext>
            </a:extLst>
          </p:cNvPr>
          <p:cNvCxnSpPr>
            <a:cxnSpLocks/>
            <a:endCxn id="532" idx="5"/>
          </p:cNvCxnSpPr>
          <p:nvPr/>
        </p:nvCxnSpPr>
        <p:spPr>
          <a:xfrm flipH="1" flipV="1">
            <a:off x="3428308" y="484383"/>
            <a:ext cx="1618140" cy="3532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BEC58135-1E21-DFA7-2594-F28956ADA232}"/>
              </a:ext>
            </a:extLst>
          </p:cNvPr>
          <p:cNvCxnSpPr>
            <a:cxnSpLocks/>
          </p:cNvCxnSpPr>
          <p:nvPr/>
        </p:nvCxnSpPr>
        <p:spPr>
          <a:xfrm>
            <a:off x="5049628" y="977867"/>
            <a:ext cx="178867" cy="503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: Curved 607">
            <a:extLst>
              <a:ext uri="{FF2B5EF4-FFF2-40B4-BE49-F238E27FC236}">
                <a16:creationId xmlns:a16="http://schemas.microsoft.com/office/drawing/2014/main" id="{521FFB46-629B-ED2A-6771-C715FFF28251}"/>
              </a:ext>
            </a:extLst>
          </p:cNvPr>
          <p:cNvCxnSpPr>
            <a:cxnSpLocks/>
            <a:endCxn id="537" idx="3"/>
          </p:cNvCxnSpPr>
          <p:nvPr/>
        </p:nvCxnSpPr>
        <p:spPr>
          <a:xfrm rot="10800000">
            <a:off x="2796864" y="297374"/>
            <a:ext cx="2252140" cy="698509"/>
          </a:xfrm>
          <a:prstGeom prst="curvedConnector3">
            <a:avLst>
              <a:gd name="adj1" fmla="val 9429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74F16C9A-4139-F276-52E5-727311856FFE}"/>
              </a:ext>
            </a:extLst>
          </p:cNvPr>
          <p:cNvCxnSpPr>
            <a:cxnSpLocks/>
          </p:cNvCxnSpPr>
          <p:nvPr/>
        </p:nvCxnSpPr>
        <p:spPr>
          <a:xfrm>
            <a:off x="5055786" y="1147403"/>
            <a:ext cx="136579" cy="332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: Curved 616">
            <a:extLst>
              <a:ext uri="{FF2B5EF4-FFF2-40B4-BE49-F238E27FC236}">
                <a16:creationId xmlns:a16="http://schemas.microsoft.com/office/drawing/2014/main" id="{4DA3FFD2-DAD2-5518-E586-8812EF548F87}"/>
              </a:ext>
            </a:extLst>
          </p:cNvPr>
          <p:cNvCxnSpPr>
            <a:cxnSpLocks/>
            <a:endCxn id="540" idx="3"/>
          </p:cNvCxnSpPr>
          <p:nvPr/>
        </p:nvCxnSpPr>
        <p:spPr>
          <a:xfrm rot="10800000">
            <a:off x="2150065" y="520184"/>
            <a:ext cx="2906861" cy="647752"/>
          </a:xfrm>
          <a:prstGeom prst="curvedConnector3">
            <a:avLst>
              <a:gd name="adj1" fmla="val 8635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: Curved 629">
            <a:extLst>
              <a:ext uri="{FF2B5EF4-FFF2-40B4-BE49-F238E27FC236}">
                <a16:creationId xmlns:a16="http://schemas.microsoft.com/office/drawing/2014/main" id="{EE048539-F6D6-B193-AF4F-BF1FDD18DCCF}"/>
              </a:ext>
            </a:extLst>
          </p:cNvPr>
          <p:cNvCxnSpPr>
            <a:cxnSpLocks/>
          </p:cNvCxnSpPr>
          <p:nvPr/>
        </p:nvCxnSpPr>
        <p:spPr>
          <a:xfrm rot="10800000">
            <a:off x="1759319" y="761515"/>
            <a:ext cx="3502614" cy="743017"/>
          </a:xfrm>
          <a:prstGeom prst="curvedConnector4">
            <a:avLst>
              <a:gd name="adj1" fmla="val 13105"/>
              <a:gd name="adj2" fmla="val 4605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: Curved 638">
            <a:extLst>
              <a:ext uri="{FF2B5EF4-FFF2-40B4-BE49-F238E27FC236}">
                <a16:creationId xmlns:a16="http://schemas.microsoft.com/office/drawing/2014/main" id="{6736621E-B7E1-BA2B-297B-B438E939269F}"/>
              </a:ext>
            </a:extLst>
          </p:cNvPr>
          <p:cNvCxnSpPr>
            <a:cxnSpLocks/>
            <a:stCxn id="4" idx="2"/>
            <a:endCxn id="591" idx="0"/>
          </p:cNvCxnSpPr>
          <p:nvPr/>
        </p:nvCxnSpPr>
        <p:spPr>
          <a:xfrm rot="10800000">
            <a:off x="1327404" y="1337898"/>
            <a:ext cx="3854196" cy="257949"/>
          </a:xfrm>
          <a:prstGeom prst="curvedConnector4">
            <a:avLst>
              <a:gd name="adj1" fmla="val 10536"/>
              <a:gd name="adj2" fmla="val 12877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: Curved 644">
            <a:extLst>
              <a:ext uri="{FF2B5EF4-FFF2-40B4-BE49-F238E27FC236}">
                <a16:creationId xmlns:a16="http://schemas.microsoft.com/office/drawing/2014/main" id="{C069B224-67F3-146E-B005-BD3233B4E544}"/>
              </a:ext>
            </a:extLst>
          </p:cNvPr>
          <p:cNvCxnSpPr>
            <a:cxnSpLocks/>
            <a:endCxn id="544" idx="0"/>
          </p:cNvCxnSpPr>
          <p:nvPr/>
        </p:nvCxnSpPr>
        <p:spPr>
          <a:xfrm rot="10800000" flipV="1">
            <a:off x="1592915" y="1549270"/>
            <a:ext cx="3601784" cy="26565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Flowchart: Connector 647">
            <a:extLst>
              <a:ext uri="{FF2B5EF4-FFF2-40B4-BE49-F238E27FC236}">
                <a16:creationId xmlns:a16="http://schemas.microsoft.com/office/drawing/2014/main" id="{E00B9706-CA42-6D47-CC09-E4AB2CAC2D94}"/>
              </a:ext>
            </a:extLst>
          </p:cNvPr>
          <p:cNvSpPr/>
          <p:nvPr/>
        </p:nvSpPr>
        <p:spPr>
          <a:xfrm>
            <a:off x="1747300" y="229065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49" name="Flowchart: Connector 648">
            <a:extLst>
              <a:ext uri="{FF2B5EF4-FFF2-40B4-BE49-F238E27FC236}">
                <a16:creationId xmlns:a16="http://schemas.microsoft.com/office/drawing/2014/main" id="{177BDBD2-152A-C593-A644-34378D680749}"/>
              </a:ext>
            </a:extLst>
          </p:cNvPr>
          <p:cNvSpPr/>
          <p:nvPr/>
        </p:nvSpPr>
        <p:spPr>
          <a:xfrm>
            <a:off x="1809617" y="2360043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50" name="TextBox 649">
            <a:extLst>
              <a:ext uri="{FF2B5EF4-FFF2-40B4-BE49-F238E27FC236}">
                <a16:creationId xmlns:a16="http://schemas.microsoft.com/office/drawing/2014/main" id="{A3D2EEC4-8C0B-5982-9466-DA01969B30B6}"/>
              </a:ext>
            </a:extLst>
          </p:cNvPr>
          <p:cNvSpPr txBox="1"/>
          <p:nvPr/>
        </p:nvSpPr>
        <p:spPr>
          <a:xfrm>
            <a:off x="1792606" y="232832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53</a:t>
            </a:r>
          </a:p>
        </p:txBody>
      </p:sp>
      <p:sp>
        <p:nvSpPr>
          <p:cNvPr id="656" name="Flowchart: Connector 655">
            <a:extLst>
              <a:ext uri="{FF2B5EF4-FFF2-40B4-BE49-F238E27FC236}">
                <a16:creationId xmlns:a16="http://schemas.microsoft.com/office/drawing/2014/main" id="{1473D665-EA66-9CBF-15A5-9AB6D2B6D8D1}"/>
              </a:ext>
            </a:extLst>
          </p:cNvPr>
          <p:cNvSpPr/>
          <p:nvPr/>
        </p:nvSpPr>
        <p:spPr>
          <a:xfrm>
            <a:off x="2275105" y="262623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7" name="Flowchart: Connector 656">
            <a:extLst>
              <a:ext uri="{FF2B5EF4-FFF2-40B4-BE49-F238E27FC236}">
                <a16:creationId xmlns:a16="http://schemas.microsoft.com/office/drawing/2014/main" id="{B349A24E-9E79-A1A6-6E11-2620B8C477A3}"/>
              </a:ext>
            </a:extLst>
          </p:cNvPr>
          <p:cNvSpPr/>
          <p:nvPr/>
        </p:nvSpPr>
        <p:spPr>
          <a:xfrm>
            <a:off x="2337422" y="2695614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4CBB9D5C-07F2-D136-0A76-D7E3186D5B52}"/>
              </a:ext>
            </a:extLst>
          </p:cNvPr>
          <p:cNvSpPr txBox="1"/>
          <p:nvPr/>
        </p:nvSpPr>
        <p:spPr>
          <a:xfrm>
            <a:off x="2320411" y="266389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54</a:t>
            </a:r>
          </a:p>
        </p:txBody>
      </p:sp>
      <p:cxnSp>
        <p:nvCxnSpPr>
          <p:cNvPr id="663" name="Connector: Curved 662">
            <a:extLst>
              <a:ext uri="{FF2B5EF4-FFF2-40B4-BE49-F238E27FC236}">
                <a16:creationId xmlns:a16="http://schemas.microsoft.com/office/drawing/2014/main" id="{9FA15A8D-477B-F613-0CD6-768443B3D057}"/>
              </a:ext>
            </a:extLst>
          </p:cNvPr>
          <p:cNvCxnSpPr>
            <a:cxnSpLocks/>
            <a:stCxn id="4" idx="1"/>
            <a:endCxn id="648" idx="0"/>
          </p:cNvCxnSpPr>
          <p:nvPr/>
        </p:nvCxnSpPr>
        <p:spPr>
          <a:xfrm rot="16200000" flipH="1" flipV="1">
            <a:off x="3183999" y="226102"/>
            <a:ext cx="856458" cy="3272655"/>
          </a:xfrm>
          <a:prstGeom prst="curvedConnector3">
            <a:avLst>
              <a:gd name="adj1" fmla="val 57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TextBox 667">
            <a:extLst>
              <a:ext uri="{FF2B5EF4-FFF2-40B4-BE49-F238E27FC236}">
                <a16:creationId xmlns:a16="http://schemas.microsoft.com/office/drawing/2014/main" id="{7D75A478-B942-1090-B4BC-54F4DFE25594}"/>
              </a:ext>
            </a:extLst>
          </p:cNvPr>
          <p:cNvSpPr txBox="1"/>
          <p:nvPr/>
        </p:nvSpPr>
        <p:spPr>
          <a:xfrm>
            <a:off x="2092834" y="2125820"/>
            <a:ext cx="277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</a:t>
            </a:r>
          </a:p>
        </p:txBody>
      </p:sp>
      <p:sp>
        <p:nvSpPr>
          <p:cNvPr id="669" name="TextBox 668">
            <a:extLst>
              <a:ext uri="{FF2B5EF4-FFF2-40B4-BE49-F238E27FC236}">
                <a16:creationId xmlns:a16="http://schemas.microsoft.com/office/drawing/2014/main" id="{ED6BBA4C-9C7C-B300-7589-F9B9E34E9021}"/>
              </a:ext>
            </a:extLst>
          </p:cNvPr>
          <p:cNvSpPr txBox="1"/>
          <p:nvPr/>
        </p:nvSpPr>
        <p:spPr>
          <a:xfrm>
            <a:off x="2496654" y="2388018"/>
            <a:ext cx="240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‘</a:t>
            </a:r>
          </a:p>
        </p:txBody>
      </p:sp>
      <p:cxnSp>
        <p:nvCxnSpPr>
          <p:cNvPr id="671" name="Connector: Curved 670">
            <a:extLst>
              <a:ext uri="{FF2B5EF4-FFF2-40B4-BE49-F238E27FC236}">
                <a16:creationId xmlns:a16="http://schemas.microsoft.com/office/drawing/2014/main" id="{5A878438-2A59-8BC7-857F-BD83DEF87A67}"/>
              </a:ext>
            </a:extLst>
          </p:cNvPr>
          <p:cNvCxnSpPr>
            <a:cxnSpLocks/>
            <a:stCxn id="4" idx="2"/>
            <a:endCxn id="656" idx="0"/>
          </p:cNvCxnSpPr>
          <p:nvPr/>
        </p:nvCxnSpPr>
        <p:spPr>
          <a:xfrm rot="10800000" flipV="1">
            <a:off x="2503706" y="1595846"/>
            <a:ext cx="2677895" cy="103038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>
            <a:extLst>
              <a:ext uri="{FF2B5EF4-FFF2-40B4-BE49-F238E27FC236}">
                <a16:creationId xmlns:a16="http://schemas.microsoft.com/office/drawing/2014/main" id="{4D335EA7-28EB-95F8-E4E9-421D823A7EC4}"/>
              </a:ext>
            </a:extLst>
          </p:cNvPr>
          <p:cNvSpPr txBox="1"/>
          <p:nvPr/>
        </p:nvSpPr>
        <p:spPr>
          <a:xfrm>
            <a:off x="821964" y="2363749"/>
            <a:ext cx="9172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return(String)</a:t>
            </a: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57DB78E1-1C14-C84C-9DDC-E3C85CA257E0}"/>
              </a:ext>
            </a:extLst>
          </p:cNvPr>
          <p:cNvSpPr txBox="1"/>
          <p:nvPr/>
        </p:nvSpPr>
        <p:spPr>
          <a:xfrm>
            <a:off x="1461253" y="2848557"/>
            <a:ext cx="8675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return(Char)</a:t>
            </a:r>
          </a:p>
        </p:txBody>
      </p:sp>
      <p:sp>
        <p:nvSpPr>
          <p:cNvPr id="679" name="Flowchart: Connector 678">
            <a:extLst>
              <a:ext uri="{FF2B5EF4-FFF2-40B4-BE49-F238E27FC236}">
                <a16:creationId xmlns:a16="http://schemas.microsoft.com/office/drawing/2014/main" id="{D3EBD9EA-0091-C1E4-4198-B5610A1AAC56}"/>
              </a:ext>
            </a:extLst>
          </p:cNvPr>
          <p:cNvSpPr/>
          <p:nvPr/>
        </p:nvSpPr>
        <p:spPr>
          <a:xfrm>
            <a:off x="2819565" y="273854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0" name="Flowchart: Connector 679">
            <a:extLst>
              <a:ext uri="{FF2B5EF4-FFF2-40B4-BE49-F238E27FC236}">
                <a16:creationId xmlns:a16="http://schemas.microsoft.com/office/drawing/2014/main" id="{6627DAFB-B799-218C-0B54-5CA74E2CEC1B}"/>
              </a:ext>
            </a:extLst>
          </p:cNvPr>
          <p:cNvSpPr/>
          <p:nvPr/>
        </p:nvSpPr>
        <p:spPr>
          <a:xfrm>
            <a:off x="2881882" y="2807925"/>
            <a:ext cx="332566" cy="32821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3898CE13-B3F1-2C7E-9ADF-9463FF6C83CA}"/>
              </a:ext>
            </a:extLst>
          </p:cNvPr>
          <p:cNvSpPr txBox="1"/>
          <p:nvPr/>
        </p:nvSpPr>
        <p:spPr>
          <a:xfrm>
            <a:off x="2864871" y="277620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55</a:t>
            </a:r>
          </a:p>
        </p:txBody>
      </p:sp>
      <p:sp>
        <p:nvSpPr>
          <p:cNvPr id="682" name="TextBox 681">
            <a:extLst>
              <a:ext uri="{FF2B5EF4-FFF2-40B4-BE49-F238E27FC236}">
                <a16:creationId xmlns:a16="http://schemas.microsoft.com/office/drawing/2014/main" id="{BCB26B5A-2FA7-FAC1-6074-C8DEA819983C}"/>
              </a:ext>
            </a:extLst>
          </p:cNvPr>
          <p:cNvSpPr txBox="1"/>
          <p:nvPr/>
        </p:nvSpPr>
        <p:spPr>
          <a:xfrm>
            <a:off x="2792933" y="2184296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cxnSp>
        <p:nvCxnSpPr>
          <p:cNvPr id="684" name="Connector: Curved 683">
            <a:extLst>
              <a:ext uri="{FF2B5EF4-FFF2-40B4-BE49-F238E27FC236}">
                <a16:creationId xmlns:a16="http://schemas.microsoft.com/office/drawing/2014/main" id="{66B098E8-0722-5D0B-D7A7-6AC960AF4365}"/>
              </a:ext>
            </a:extLst>
          </p:cNvPr>
          <p:cNvCxnSpPr>
            <a:cxnSpLocks/>
            <a:stCxn id="4" idx="2"/>
            <a:endCxn id="679" idx="0"/>
          </p:cNvCxnSpPr>
          <p:nvPr/>
        </p:nvCxnSpPr>
        <p:spPr>
          <a:xfrm rot="10800000" flipV="1">
            <a:off x="3048166" y="1595845"/>
            <a:ext cx="2133435" cy="114269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TextBox 685">
            <a:extLst>
              <a:ext uri="{FF2B5EF4-FFF2-40B4-BE49-F238E27FC236}">
                <a16:creationId xmlns:a16="http://schemas.microsoft.com/office/drawing/2014/main" id="{041BD7C1-E630-6513-976C-87F8C71EF973}"/>
              </a:ext>
            </a:extLst>
          </p:cNvPr>
          <p:cNvSpPr txBox="1"/>
          <p:nvPr/>
        </p:nvSpPr>
        <p:spPr>
          <a:xfrm>
            <a:off x="2518048" y="3154594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Error()</a:t>
            </a:r>
          </a:p>
        </p:txBody>
      </p:sp>
      <p:cxnSp>
        <p:nvCxnSpPr>
          <p:cNvPr id="688" name="Connector: Curved 687">
            <a:extLst>
              <a:ext uri="{FF2B5EF4-FFF2-40B4-BE49-F238E27FC236}">
                <a16:creationId xmlns:a16="http://schemas.microsoft.com/office/drawing/2014/main" id="{59E343A6-A5EA-1724-ECDA-8A6DC0DE3C5E}"/>
              </a:ext>
            </a:extLst>
          </p:cNvPr>
          <p:cNvCxnSpPr>
            <a:stCxn id="464" idx="1"/>
            <a:endCxn id="679" idx="4"/>
          </p:cNvCxnSpPr>
          <p:nvPr/>
        </p:nvCxnSpPr>
        <p:spPr>
          <a:xfrm rot="5400000" flipH="1" flipV="1">
            <a:off x="2379887" y="3753364"/>
            <a:ext cx="1225901" cy="110656"/>
          </a:xfrm>
          <a:prstGeom prst="curvedConnector3">
            <a:avLst>
              <a:gd name="adj1" fmla="val 7809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: Curved 691">
            <a:extLst>
              <a:ext uri="{FF2B5EF4-FFF2-40B4-BE49-F238E27FC236}">
                <a16:creationId xmlns:a16="http://schemas.microsoft.com/office/drawing/2014/main" id="{F2456355-398E-C551-16D3-F107AFF320C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72998" y="3379124"/>
            <a:ext cx="1248600" cy="48871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4" name="TextBox 693">
            <a:extLst>
              <a:ext uri="{FF2B5EF4-FFF2-40B4-BE49-F238E27FC236}">
                <a16:creationId xmlns:a16="http://schemas.microsoft.com/office/drawing/2014/main" id="{10C775FC-D86F-5935-5127-E7A246177397}"/>
              </a:ext>
            </a:extLst>
          </p:cNvPr>
          <p:cNvSpPr txBox="1"/>
          <p:nvPr/>
        </p:nvSpPr>
        <p:spPr>
          <a:xfrm>
            <a:off x="1980641" y="3823297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BF929E2F-D900-F00F-84B2-B84370261174}"/>
              </a:ext>
            </a:extLst>
          </p:cNvPr>
          <p:cNvSpPr txBox="1"/>
          <p:nvPr/>
        </p:nvSpPr>
        <p:spPr>
          <a:xfrm>
            <a:off x="2882023" y="3613809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Else</a:t>
            </a:r>
          </a:p>
        </p:txBody>
      </p:sp>
    </p:spTree>
    <p:extLst>
      <p:ext uri="{BB962C8B-B14F-4D97-AF65-F5344CB8AC3E}">
        <p14:creationId xmlns:p14="http://schemas.microsoft.com/office/powerpoint/2010/main" val="187680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391</Words>
  <Application>Microsoft Office PowerPoint</Application>
  <PresentationFormat>Widescreen</PresentationFormat>
  <Paragraphs>198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LUAY ABDULLAH ABDULRAHMAN ALHAFI</dc:creator>
  <cp:lastModifiedBy>LUAY ABDULLAH ABDULRAHMAN ALHAFI</cp:lastModifiedBy>
  <cp:revision>5</cp:revision>
  <dcterms:created xsi:type="dcterms:W3CDTF">2024-12-03T01:50:02Z</dcterms:created>
  <dcterms:modified xsi:type="dcterms:W3CDTF">2024-12-03T04:02:17Z</dcterms:modified>
</cp:coreProperties>
</file>